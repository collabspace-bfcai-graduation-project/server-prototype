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svg"/><Relationship Id="rId1" Type="http://schemas.openxmlformats.org/officeDocument/2006/relationships/image" Target="../media/image46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svg"/><Relationship Id="rId1" Type="http://schemas.openxmlformats.org/officeDocument/2006/relationships/image" Target="../media/image46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F8E2EB-7CDE-40AA-9C4B-C18B66827DD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4649C47-8131-4DAE-9D8D-681C52446E80}">
      <dgm:prSet/>
      <dgm:spPr/>
      <dgm:t>
        <a:bodyPr/>
        <a:lstStyle/>
        <a:p>
          <a:r>
            <a:rPr lang="en-US"/>
            <a:t>- Manual EC2 setup</a:t>
          </a:r>
        </a:p>
      </dgm:t>
    </dgm:pt>
    <dgm:pt modelId="{FE779ADA-8F26-4150-BE2B-45D3C576A135}" type="parTrans" cxnId="{A94793D1-9EA0-4C4A-A62F-3847C288B366}">
      <dgm:prSet/>
      <dgm:spPr/>
      <dgm:t>
        <a:bodyPr/>
        <a:lstStyle/>
        <a:p>
          <a:endParaRPr lang="en-US"/>
        </a:p>
      </dgm:t>
    </dgm:pt>
    <dgm:pt modelId="{492D04AB-4C10-4018-A451-0ED42310C3B8}" type="sibTrans" cxnId="{A94793D1-9EA0-4C4A-A62F-3847C288B366}">
      <dgm:prSet/>
      <dgm:spPr/>
      <dgm:t>
        <a:bodyPr/>
        <a:lstStyle/>
        <a:p>
          <a:endParaRPr lang="en-US"/>
        </a:p>
      </dgm:t>
    </dgm:pt>
    <dgm:pt modelId="{300C2F6F-AB43-4A11-B1B1-28AFF09757EC}">
      <dgm:prSet/>
      <dgm:spPr/>
      <dgm:t>
        <a:bodyPr/>
        <a:lstStyle/>
        <a:p>
          <a:r>
            <a:rPr lang="en-US"/>
            <a:t>- Complex load balancing &amp; scaling</a:t>
          </a:r>
        </a:p>
      </dgm:t>
    </dgm:pt>
    <dgm:pt modelId="{E0F09ADE-F19A-417E-ABA4-9E37A280DB8C}" type="parTrans" cxnId="{F162DFB6-D8CC-47CA-ACF9-2C793D8C4A65}">
      <dgm:prSet/>
      <dgm:spPr/>
      <dgm:t>
        <a:bodyPr/>
        <a:lstStyle/>
        <a:p>
          <a:endParaRPr lang="en-US"/>
        </a:p>
      </dgm:t>
    </dgm:pt>
    <dgm:pt modelId="{6A9357EF-1BF2-4817-8E1E-D29BFEA323DF}" type="sibTrans" cxnId="{F162DFB6-D8CC-47CA-ACF9-2C793D8C4A65}">
      <dgm:prSet/>
      <dgm:spPr/>
      <dgm:t>
        <a:bodyPr/>
        <a:lstStyle/>
        <a:p>
          <a:endParaRPr lang="en-US"/>
        </a:p>
      </dgm:t>
    </dgm:pt>
    <dgm:pt modelId="{021601A7-C8D1-41A3-A759-9F7E03FB999F}">
      <dgm:prSet/>
      <dgm:spPr/>
      <dgm:t>
        <a:bodyPr/>
        <a:lstStyle/>
        <a:p>
          <a:r>
            <a:rPr lang="en-US"/>
            <a:t>- Hard CI/CD setup</a:t>
          </a:r>
        </a:p>
      </dgm:t>
    </dgm:pt>
    <dgm:pt modelId="{42CEB287-FEF5-45B8-B20D-5C51FE4F5176}" type="parTrans" cxnId="{0B09A401-2E55-49D9-9F0B-7675A6CAC44D}">
      <dgm:prSet/>
      <dgm:spPr/>
      <dgm:t>
        <a:bodyPr/>
        <a:lstStyle/>
        <a:p>
          <a:endParaRPr lang="en-US"/>
        </a:p>
      </dgm:t>
    </dgm:pt>
    <dgm:pt modelId="{B3ACFD6E-3088-4C6A-811A-3042F413BB5A}" type="sibTrans" cxnId="{0B09A401-2E55-49D9-9F0B-7675A6CAC44D}">
      <dgm:prSet/>
      <dgm:spPr/>
      <dgm:t>
        <a:bodyPr/>
        <a:lstStyle/>
        <a:p>
          <a:endParaRPr lang="en-US"/>
        </a:p>
      </dgm:t>
    </dgm:pt>
    <dgm:pt modelId="{86A524D6-2C90-45DA-8417-0F20F0B4E506}">
      <dgm:prSet/>
      <dgm:spPr/>
      <dgm:t>
        <a:bodyPr/>
        <a:lstStyle/>
        <a:p>
          <a:r>
            <a:rPr lang="en-US"/>
            <a:t>- Time-consuming server management</a:t>
          </a:r>
        </a:p>
      </dgm:t>
    </dgm:pt>
    <dgm:pt modelId="{9E46F638-488C-49ED-A273-65E714404FD1}" type="parTrans" cxnId="{7350DBE3-C29B-4FD9-85FE-30468915CB46}">
      <dgm:prSet/>
      <dgm:spPr/>
      <dgm:t>
        <a:bodyPr/>
        <a:lstStyle/>
        <a:p>
          <a:endParaRPr lang="en-US"/>
        </a:p>
      </dgm:t>
    </dgm:pt>
    <dgm:pt modelId="{8CCB92D4-6557-41FD-94FA-4A092487BBE8}" type="sibTrans" cxnId="{7350DBE3-C29B-4FD9-85FE-30468915CB46}">
      <dgm:prSet/>
      <dgm:spPr/>
      <dgm:t>
        <a:bodyPr/>
        <a:lstStyle/>
        <a:p>
          <a:endParaRPr lang="en-US"/>
        </a:p>
      </dgm:t>
    </dgm:pt>
    <dgm:pt modelId="{69F40FC5-3031-43F7-9770-331A7E30E796}" type="pres">
      <dgm:prSet presAssocID="{FAF8E2EB-7CDE-40AA-9C4B-C18B66827DDC}" presName="root" presStyleCnt="0">
        <dgm:presLayoutVars>
          <dgm:dir/>
          <dgm:resizeHandles val="exact"/>
        </dgm:presLayoutVars>
      </dgm:prSet>
      <dgm:spPr/>
    </dgm:pt>
    <dgm:pt modelId="{1B5318B9-E0C9-4180-BED4-33971F95408D}" type="pres">
      <dgm:prSet presAssocID="{E4649C47-8131-4DAE-9D8D-681C52446E80}" presName="compNode" presStyleCnt="0"/>
      <dgm:spPr/>
    </dgm:pt>
    <dgm:pt modelId="{F53669EC-16CB-4D2F-95EB-D4923F43A162}" type="pres">
      <dgm:prSet presAssocID="{E4649C47-8131-4DAE-9D8D-681C52446E80}" presName="bgRect" presStyleLbl="bgShp" presStyleIdx="0" presStyleCnt="4"/>
      <dgm:spPr/>
    </dgm:pt>
    <dgm:pt modelId="{410C63DB-4F30-47E7-B11D-D63B083B95CD}" type="pres">
      <dgm:prSet presAssocID="{E4649C47-8131-4DAE-9D8D-681C52446E8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EE917A0-21C3-452E-89DF-510BE3DD792A}" type="pres">
      <dgm:prSet presAssocID="{E4649C47-8131-4DAE-9D8D-681C52446E80}" presName="spaceRect" presStyleCnt="0"/>
      <dgm:spPr/>
    </dgm:pt>
    <dgm:pt modelId="{243F0746-E9B1-484A-9113-2D7FFC9FB351}" type="pres">
      <dgm:prSet presAssocID="{E4649C47-8131-4DAE-9D8D-681C52446E80}" presName="parTx" presStyleLbl="revTx" presStyleIdx="0" presStyleCnt="4">
        <dgm:presLayoutVars>
          <dgm:chMax val="0"/>
          <dgm:chPref val="0"/>
        </dgm:presLayoutVars>
      </dgm:prSet>
      <dgm:spPr/>
    </dgm:pt>
    <dgm:pt modelId="{09BC50D2-C03F-4163-95A8-82CEBCE4182D}" type="pres">
      <dgm:prSet presAssocID="{492D04AB-4C10-4018-A451-0ED42310C3B8}" presName="sibTrans" presStyleCnt="0"/>
      <dgm:spPr/>
    </dgm:pt>
    <dgm:pt modelId="{CBA01382-0534-4332-87B3-0774C4B0516D}" type="pres">
      <dgm:prSet presAssocID="{300C2F6F-AB43-4A11-B1B1-28AFF09757EC}" presName="compNode" presStyleCnt="0"/>
      <dgm:spPr/>
    </dgm:pt>
    <dgm:pt modelId="{24EFFB38-1001-46CA-814E-32930FBFD392}" type="pres">
      <dgm:prSet presAssocID="{300C2F6F-AB43-4A11-B1B1-28AFF09757EC}" presName="bgRect" presStyleLbl="bgShp" presStyleIdx="1" presStyleCnt="4"/>
      <dgm:spPr/>
    </dgm:pt>
    <dgm:pt modelId="{8A8B1270-2E8B-497D-BC65-8657F287C865}" type="pres">
      <dgm:prSet presAssocID="{300C2F6F-AB43-4A11-B1B1-28AFF09757E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37AA32F3-78AE-46A3-B121-10169BC59D35}" type="pres">
      <dgm:prSet presAssocID="{300C2F6F-AB43-4A11-B1B1-28AFF09757EC}" presName="spaceRect" presStyleCnt="0"/>
      <dgm:spPr/>
    </dgm:pt>
    <dgm:pt modelId="{3675A777-DD8B-4E38-9BE9-3B3E0F2EE6FA}" type="pres">
      <dgm:prSet presAssocID="{300C2F6F-AB43-4A11-B1B1-28AFF09757EC}" presName="parTx" presStyleLbl="revTx" presStyleIdx="1" presStyleCnt="4">
        <dgm:presLayoutVars>
          <dgm:chMax val="0"/>
          <dgm:chPref val="0"/>
        </dgm:presLayoutVars>
      </dgm:prSet>
      <dgm:spPr/>
    </dgm:pt>
    <dgm:pt modelId="{C8A11456-45AC-4A7C-8D92-160CC7516168}" type="pres">
      <dgm:prSet presAssocID="{6A9357EF-1BF2-4817-8E1E-D29BFEA323DF}" presName="sibTrans" presStyleCnt="0"/>
      <dgm:spPr/>
    </dgm:pt>
    <dgm:pt modelId="{A60E3F99-0746-4C93-8402-5CA332A60397}" type="pres">
      <dgm:prSet presAssocID="{021601A7-C8D1-41A3-A759-9F7E03FB999F}" presName="compNode" presStyleCnt="0"/>
      <dgm:spPr/>
    </dgm:pt>
    <dgm:pt modelId="{4843B431-E1D4-4F40-A2C1-CFC1DE937C54}" type="pres">
      <dgm:prSet presAssocID="{021601A7-C8D1-41A3-A759-9F7E03FB999F}" presName="bgRect" presStyleLbl="bgShp" presStyleIdx="2" presStyleCnt="4"/>
      <dgm:spPr/>
    </dgm:pt>
    <dgm:pt modelId="{90501197-2FA5-4F96-A059-EFDCB87386ED}" type="pres">
      <dgm:prSet presAssocID="{021601A7-C8D1-41A3-A759-9F7E03FB999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5F562C05-10A0-46E1-BC7F-9D7C9AF5F762}" type="pres">
      <dgm:prSet presAssocID="{021601A7-C8D1-41A3-A759-9F7E03FB999F}" presName="spaceRect" presStyleCnt="0"/>
      <dgm:spPr/>
    </dgm:pt>
    <dgm:pt modelId="{B19A55C5-0352-4109-9CDC-8B0701ABB9AE}" type="pres">
      <dgm:prSet presAssocID="{021601A7-C8D1-41A3-A759-9F7E03FB999F}" presName="parTx" presStyleLbl="revTx" presStyleIdx="2" presStyleCnt="4">
        <dgm:presLayoutVars>
          <dgm:chMax val="0"/>
          <dgm:chPref val="0"/>
        </dgm:presLayoutVars>
      </dgm:prSet>
      <dgm:spPr/>
    </dgm:pt>
    <dgm:pt modelId="{906B922C-391D-4ACA-9BC2-38672D52F40D}" type="pres">
      <dgm:prSet presAssocID="{B3ACFD6E-3088-4C6A-811A-3042F413BB5A}" presName="sibTrans" presStyleCnt="0"/>
      <dgm:spPr/>
    </dgm:pt>
    <dgm:pt modelId="{7234F75F-CA72-4597-A624-51C500368C47}" type="pres">
      <dgm:prSet presAssocID="{86A524D6-2C90-45DA-8417-0F20F0B4E506}" presName="compNode" presStyleCnt="0"/>
      <dgm:spPr/>
    </dgm:pt>
    <dgm:pt modelId="{AF0654B7-A6CF-43D6-92EE-87C521135B01}" type="pres">
      <dgm:prSet presAssocID="{86A524D6-2C90-45DA-8417-0F20F0B4E506}" presName="bgRect" presStyleLbl="bgShp" presStyleIdx="3" presStyleCnt="4"/>
      <dgm:spPr/>
    </dgm:pt>
    <dgm:pt modelId="{6E26739C-783E-46ED-9A4C-2BCEE810B680}" type="pres">
      <dgm:prSet presAssocID="{86A524D6-2C90-45DA-8417-0F20F0B4E50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730AE1E-63F9-4BAC-8993-114036B87966}" type="pres">
      <dgm:prSet presAssocID="{86A524D6-2C90-45DA-8417-0F20F0B4E506}" presName="spaceRect" presStyleCnt="0"/>
      <dgm:spPr/>
    </dgm:pt>
    <dgm:pt modelId="{6275C24A-F81E-470D-978E-633E4AE6F2EE}" type="pres">
      <dgm:prSet presAssocID="{86A524D6-2C90-45DA-8417-0F20F0B4E50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B09A401-2E55-49D9-9F0B-7675A6CAC44D}" srcId="{FAF8E2EB-7CDE-40AA-9C4B-C18B66827DDC}" destId="{021601A7-C8D1-41A3-A759-9F7E03FB999F}" srcOrd="2" destOrd="0" parTransId="{42CEB287-FEF5-45B8-B20D-5C51FE4F5176}" sibTransId="{B3ACFD6E-3088-4C6A-811A-3042F413BB5A}"/>
    <dgm:cxn modelId="{3C47AF6C-FC17-4FCF-BFDC-D646A06653A7}" type="presOf" srcId="{FAF8E2EB-7CDE-40AA-9C4B-C18B66827DDC}" destId="{69F40FC5-3031-43F7-9770-331A7E30E796}" srcOrd="0" destOrd="0" presId="urn:microsoft.com/office/officeart/2018/2/layout/IconVerticalSolidList"/>
    <dgm:cxn modelId="{9A295773-9103-454F-B340-B2F2AEA18443}" type="presOf" srcId="{300C2F6F-AB43-4A11-B1B1-28AFF09757EC}" destId="{3675A777-DD8B-4E38-9BE9-3B3E0F2EE6FA}" srcOrd="0" destOrd="0" presId="urn:microsoft.com/office/officeart/2018/2/layout/IconVerticalSolidList"/>
    <dgm:cxn modelId="{E046F497-E065-4240-A6E3-C5EF474E8A5C}" type="presOf" srcId="{E4649C47-8131-4DAE-9D8D-681C52446E80}" destId="{243F0746-E9B1-484A-9113-2D7FFC9FB351}" srcOrd="0" destOrd="0" presId="urn:microsoft.com/office/officeart/2018/2/layout/IconVerticalSolidList"/>
    <dgm:cxn modelId="{F162DFB6-D8CC-47CA-ACF9-2C793D8C4A65}" srcId="{FAF8E2EB-7CDE-40AA-9C4B-C18B66827DDC}" destId="{300C2F6F-AB43-4A11-B1B1-28AFF09757EC}" srcOrd="1" destOrd="0" parTransId="{E0F09ADE-F19A-417E-ABA4-9E37A280DB8C}" sibTransId="{6A9357EF-1BF2-4817-8E1E-D29BFEA323DF}"/>
    <dgm:cxn modelId="{908E88C8-2D3B-41F9-93C5-ED373E1A0D79}" type="presOf" srcId="{86A524D6-2C90-45DA-8417-0F20F0B4E506}" destId="{6275C24A-F81E-470D-978E-633E4AE6F2EE}" srcOrd="0" destOrd="0" presId="urn:microsoft.com/office/officeart/2018/2/layout/IconVerticalSolidList"/>
    <dgm:cxn modelId="{A94793D1-9EA0-4C4A-A62F-3847C288B366}" srcId="{FAF8E2EB-7CDE-40AA-9C4B-C18B66827DDC}" destId="{E4649C47-8131-4DAE-9D8D-681C52446E80}" srcOrd="0" destOrd="0" parTransId="{FE779ADA-8F26-4150-BE2B-45D3C576A135}" sibTransId="{492D04AB-4C10-4018-A451-0ED42310C3B8}"/>
    <dgm:cxn modelId="{6EF33DDB-2779-40A9-B838-A03CDECE8638}" type="presOf" srcId="{021601A7-C8D1-41A3-A759-9F7E03FB999F}" destId="{B19A55C5-0352-4109-9CDC-8B0701ABB9AE}" srcOrd="0" destOrd="0" presId="urn:microsoft.com/office/officeart/2018/2/layout/IconVerticalSolidList"/>
    <dgm:cxn modelId="{7350DBE3-C29B-4FD9-85FE-30468915CB46}" srcId="{FAF8E2EB-7CDE-40AA-9C4B-C18B66827DDC}" destId="{86A524D6-2C90-45DA-8417-0F20F0B4E506}" srcOrd="3" destOrd="0" parTransId="{9E46F638-488C-49ED-A273-65E714404FD1}" sibTransId="{8CCB92D4-6557-41FD-94FA-4A092487BBE8}"/>
    <dgm:cxn modelId="{02B08198-069C-453D-9D3D-732B1CD03BD8}" type="presParOf" srcId="{69F40FC5-3031-43F7-9770-331A7E30E796}" destId="{1B5318B9-E0C9-4180-BED4-33971F95408D}" srcOrd="0" destOrd="0" presId="urn:microsoft.com/office/officeart/2018/2/layout/IconVerticalSolidList"/>
    <dgm:cxn modelId="{B98E31F2-C876-46F6-AD38-F40F167BFA01}" type="presParOf" srcId="{1B5318B9-E0C9-4180-BED4-33971F95408D}" destId="{F53669EC-16CB-4D2F-95EB-D4923F43A162}" srcOrd="0" destOrd="0" presId="urn:microsoft.com/office/officeart/2018/2/layout/IconVerticalSolidList"/>
    <dgm:cxn modelId="{B2BFA857-BC35-40EA-A479-1E3A89940894}" type="presParOf" srcId="{1B5318B9-E0C9-4180-BED4-33971F95408D}" destId="{410C63DB-4F30-47E7-B11D-D63B083B95CD}" srcOrd="1" destOrd="0" presId="urn:microsoft.com/office/officeart/2018/2/layout/IconVerticalSolidList"/>
    <dgm:cxn modelId="{A8702CDA-48A2-4A40-9692-69606A420FFC}" type="presParOf" srcId="{1B5318B9-E0C9-4180-BED4-33971F95408D}" destId="{AEE917A0-21C3-452E-89DF-510BE3DD792A}" srcOrd="2" destOrd="0" presId="urn:microsoft.com/office/officeart/2018/2/layout/IconVerticalSolidList"/>
    <dgm:cxn modelId="{BD5D29BF-8DFA-4ECE-854B-3111AA27F7CC}" type="presParOf" srcId="{1B5318B9-E0C9-4180-BED4-33971F95408D}" destId="{243F0746-E9B1-484A-9113-2D7FFC9FB351}" srcOrd="3" destOrd="0" presId="urn:microsoft.com/office/officeart/2018/2/layout/IconVerticalSolidList"/>
    <dgm:cxn modelId="{63F5ADE5-627D-4D02-8267-040CEE524C76}" type="presParOf" srcId="{69F40FC5-3031-43F7-9770-331A7E30E796}" destId="{09BC50D2-C03F-4163-95A8-82CEBCE4182D}" srcOrd="1" destOrd="0" presId="urn:microsoft.com/office/officeart/2018/2/layout/IconVerticalSolidList"/>
    <dgm:cxn modelId="{207E12A0-6719-45BD-AB32-AE7A8498DF02}" type="presParOf" srcId="{69F40FC5-3031-43F7-9770-331A7E30E796}" destId="{CBA01382-0534-4332-87B3-0774C4B0516D}" srcOrd="2" destOrd="0" presId="urn:microsoft.com/office/officeart/2018/2/layout/IconVerticalSolidList"/>
    <dgm:cxn modelId="{58B0746A-AC22-4581-9396-C7AFAB35383F}" type="presParOf" srcId="{CBA01382-0534-4332-87B3-0774C4B0516D}" destId="{24EFFB38-1001-46CA-814E-32930FBFD392}" srcOrd="0" destOrd="0" presId="urn:microsoft.com/office/officeart/2018/2/layout/IconVerticalSolidList"/>
    <dgm:cxn modelId="{A6FA12A3-CA18-4042-8B5C-3951B5D20392}" type="presParOf" srcId="{CBA01382-0534-4332-87B3-0774C4B0516D}" destId="{8A8B1270-2E8B-497D-BC65-8657F287C865}" srcOrd="1" destOrd="0" presId="urn:microsoft.com/office/officeart/2018/2/layout/IconVerticalSolidList"/>
    <dgm:cxn modelId="{F17396D4-B840-44EC-B0D4-FA0E67D95699}" type="presParOf" srcId="{CBA01382-0534-4332-87B3-0774C4B0516D}" destId="{37AA32F3-78AE-46A3-B121-10169BC59D35}" srcOrd="2" destOrd="0" presId="urn:microsoft.com/office/officeart/2018/2/layout/IconVerticalSolidList"/>
    <dgm:cxn modelId="{C20E5BB1-A776-42A2-9890-BE8CB4991430}" type="presParOf" srcId="{CBA01382-0534-4332-87B3-0774C4B0516D}" destId="{3675A777-DD8B-4E38-9BE9-3B3E0F2EE6FA}" srcOrd="3" destOrd="0" presId="urn:microsoft.com/office/officeart/2018/2/layout/IconVerticalSolidList"/>
    <dgm:cxn modelId="{7955C880-07A1-40BF-9007-B5DB42B8CE77}" type="presParOf" srcId="{69F40FC5-3031-43F7-9770-331A7E30E796}" destId="{C8A11456-45AC-4A7C-8D92-160CC7516168}" srcOrd="3" destOrd="0" presId="urn:microsoft.com/office/officeart/2018/2/layout/IconVerticalSolidList"/>
    <dgm:cxn modelId="{A993C642-3E97-4369-ABBA-6B9EF0F6F6BD}" type="presParOf" srcId="{69F40FC5-3031-43F7-9770-331A7E30E796}" destId="{A60E3F99-0746-4C93-8402-5CA332A60397}" srcOrd="4" destOrd="0" presId="urn:microsoft.com/office/officeart/2018/2/layout/IconVerticalSolidList"/>
    <dgm:cxn modelId="{B22DA2BE-B43D-41A2-9549-3A786D4771BE}" type="presParOf" srcId="{A60E3F99-0746-4C93-8402-5CA332A60397}" destId="{4843B431-E1D4-4F40-A2C1-CFC1DE937C54}" srcOrd="0" destOrd="0" presId="urn:microsoft.com/office/officeart/2018/2/layout/IconVerticalSolidList"/>
    <dgm:cxn modelId="{11055BE6-A084-4403-A1F0-6D4C9EFC9A3C}" type="presParOf" srcId="{A60E3F99-0746-4C93-8402-5CA332A60397}" destId="{90501197-2FA5-4F96-A059-EFDCB87386ED}" srcOrd="1" destOrd="0" presId="urn:microsoft.com/office/officeart/2018/2/layout/IconVerticalSolidList"/>
    <dgm:cxn modelId="{B690E8F6-02A4-4C7F-9AF1-BA800D01A77E}" type="presParOf" srcId="{A60E3F99-0746-4C93-8402-5CA332A60397}" destId="{5F562C05-10A0-46E1-BC7F-9D7C9AF5F762}" srcOrd="2" destOrd="0" presId="urn:microsoft.com/office/officeart/2018/2/layout/IconVerticalSolidList"/>
    <dgm:cxn modelId="{CEC28BD7-74F8-47DD-A26D-A456F9BAECBF}" type="presParOf" srcId="{A60E3F99-0746-4C93-8402-5CA332A60397}" destId="{B19A55C5-0352-4109-9CDC-8B0701ABB9AE}" srcOrd="3" destOrd="0" presId="urn:microsoft.com/office/officeart/2018/2/layout/IconVerticalSolidList"/>
    <dgm:cxn modelId="{98C79EDF-5AB2-47DA-9075-5D59741BCAE6}" type="presParOf" srcId="{69F40FC5-3031-43F7-9770-331A7E30E796}" destId="{906B922C-391D-4ACA-9BC2-38672D52F40D}" srcOrd="5" destOrd="0" presId="urn:microsoft.com/office/officeart/2018/2/layout/IconVerticalSolidList"/>
    <dgm:cxn modelId="{D54B8D10-E4BC-45AE-B9CF-674E38D73705}" type="presParOf" srcId="{69F40FC5-3031-43F7-9770-331A7E30E796}" destId="{7234F75F-CA72-4597-A624-51C500368C47}" srcOrd="6" destOrd="0" presId="urn:microsoft.com/office/officeart/2018/2/layout/IconVerticalSolidList"/>
    <dgm:cxn modelId="{07ABEE03-D66F-4269-BA61-B84B11F14B66}" type="presParOf" srcId="{7234F75F-CA72-4597-A624-51C500368C47}" destId="{AF0654B7-A6CF-43D6-92EE-87C521135B01}" srcOrd="0" destOrd="0" presId="urn:microsoft.com/office/officeart/2018/2/layout/IconVerticalSolidList"/>
    <dgm:cxn modelId="{DC1AF9EF-4C0D-449D-9C10-D60316413A04}" type="presParOf" srcId="{7234F75F-CA72-4597-A624-51C500368C47}" destId="{6E26739C-783E-46ED-9A4C-2BCEE810B680}" srcOrd="1" destOrd="0" presId="urn:microsoft.com/office/officeart/2018/2/layout/IconVerticalSolidList"/>
    <dgm:cxn modelId="{851FDA87-ED23-4EAB-B505-C4B1BB3039A8}" type="presParOf" srcId="{7234F75F-CA72-4597-A624-51C500368C47}" destId="{E730AE1E-63F9-4BAC-8993-114036B87966}" srcOrd="2" destOrd="0" presId="urn:microsoft.com/office/officeart/2018/2/layout/IconVerticalSolidList"/>
    <dgm:cxn modelId="{E8CD007A-68B1-4576-B141-3116825C54E9}" type="presParOf" srcId="{7234F75F-CA72-4597-A624-51C500368C47}" destId="{6275C24A-F81E-470D-978E-633E4AE6F2E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7BDDEC7-60C5-4724-9338-6D39CA45B87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ECE1C34-731C-45EC-86A8-6D62F4C65193}">
      <dgm:prSet/>
      <dgm:spPr/>
      <dgm:t>
        <a:bodyPr/>
        <a:lstStyle/>
        <a:p>
          <a:r>
            <a:rPr lang="en-US"/>
            <a:t>- Automates infrastructure</a:t>
          </a:r>
        </a:p>
      </dgm:t>
    </dgm:pt>
    <dgm:pt modelId="{23A5DFD1-3782-41BD-B527-B282AA913BEA}" type="parTrans" cxnId="{A04F379B-A5BF-4B38-B60D-CFB01B443937}">
      <dgm:prSet/>
      <dgm:spPr/>
      <dgm:t>
        <a:bodyPr/>
        <a:lstStyle/>
        <a:p>
          <a:endParaRPr lang="en-US"/>
        </a:p>
      </dgm:t>
    </dgm:pt>
    <dgm:pt modelId="{A484D30B-5A9E-4D2F-B196-8923E0F0C511}" type="sibTrans" cxnId="{A04F379B-A5BF-4B38-B60D-CFB01B443937}">
      <dgm:prSet/>
      <dgm:spPr/>
      <dgm:t>
        <a:bodyPr/>
        <a:lstStyle/>
        <a:p>
          <a:endParaRPr lang="en-US"/>
        </a:p>
      </dgm:t>
    </dgm:pt>
    <dgm:pt modelId="{14FE7408-80DC-45AA-930A-71E12A227FD7}">
      <dgm:prSet/>
      <dgm:spPr/>
      <dgm:t>
        <a:bodyPr/>
        <a:lstStyle/>
        <a:p>
          <a:r>
            <a:rPr lang="en-US"/>
            <a:t>- Deploy code directly</a:t>
          </a:r>
        </a:p>
      </dgm:t>
    </dgm:pt>
    <dgm:pt modelId="{8DACDB64-23F6-4B45-9DF1-B06C9EE655CA}" type="parTrans" cxnId="{7AA8473F-6640-45BB-B6F8-8A869EE5055F}">
      <dgm:prSet/>
      <dgm:spPr/>
      <dgm:t>
        <a:bodyPr/>
        <a:lstStyle/>
        <a:p>
          <a:endParaRPr lang="en-US"/>
        </a:p>
      </dgm:t>
    </dgm:pt>
    <dgm:pt modelId="{1E503881-E9CE-48D5-B632-85C6A362DF70}" type="sibTrans" cxnId="{7AA8473F-6640-45BB-B6F8-8A869EE5055F}">
      <dgm:prSet/>
      <dgm:spPr/>
      <dgm:t>
        <a:bodyPr/>
        <a:lstStyle/>
        <a:p>
          <a:endParaRPr lang="en-US"/>
        </a:p>
      </dgm:t>
    </dgm:pt>
    <dgm:pt modelId="{5145DDAB-A2AA-41CF-B8D1-F4F2B3C98F5C}">
      <dgm:prSet/>
      <dgm:spPr/>
      <dgm:t>
        <a:bodyPr/>
        <a:lstStyle/>
        <a:p>
          <a:r>
            <a:rPr lang="en-US"/>
            <a:t>- Built-in monitoring</a:t>
          </a:r>
        </a:p>
      </dgm:t>
    </dgm:pt>
    <dgm:pt modelId="{6A385BAE-BC94-4A98-89E6-ED326B15BF80}" type="parTrans" cxnId="{F78F8E37-CC66-4656-85EF-155FB2B76D06}">
      <dgm:prSet/>
      <dgm:spPr/>
      <dgm:t>
        <a:bodyPr/>
        <a:lstStyle/>
        <a:p>
          <a:endParaRPr lang="en-US"/>
        </a:p>
      </dgm:t>
    </dgm:pt>
    <dgm:pt modelId="{11642FCD-E976-4842-9B56-0E08E1865E23}" type="sibTrans" cxnId="{F78F8E37-CC66-4656-85EF-155FB2B76D06}">
      <dgm:prSet/>
      <dgm:spPr/>
      <dgm:t>
        <a:bodyPr/>
        <a:lstStyle/>
        <a:p>
          <a:endParaRPr lang="en-US"/>
        </a:p>
      </dgm:t>
    </dgm:pt>
    <dgm:pt modelId="{DA52D234-86A0-48F8-96FC-51B7196AE2B6}">
      <dgm:prSet/>
      <dgm:spPr/>
      <dgm:t>
        <a:bodyPr/>
        <a:lstStyle/>
        <a:p>
          <a:r>
            <a:rPr lang="en-US"/>
            <a:t>- Easy integration with AWS tools</a:t>
          </a:r>
        </a:p>
      </dgm:t>
    </dgm:pt>
    <dgm:pt modelId="{47D33720-058E-4C50-9FA7-32D8C3016853}" type="parTrans" cxnId="{001A5ACC-4343-49FD-80DE-8238891A5806}">
      <dgm:prSet/>
      <dgm:spPr/>
      <dgm:t>
        <a:bodyPr/>
        <a:lstStyle/>
        <a:p>
          <a:endParaRPr lang="en-US"/>
        </a:p>
      </dgm:t>
    </dgm:pt>
    <dgm:pt modelId="{F2A79B9B-693D-4C5A-971F-DAEBF0C2495D}" type="sibTrans" cxnId="{001A5ACC-4343-49FD-80DE-8238891A5806}">
      <dgm:prSet/>
      <dgm:spPr/>
      <dgm:t>
        <a:bodyPr/>
        <a:lstStyle/>
        <a:p>
          <a:endParaRPr lang="en-US"/>
        </a:p>
      </dgm:t>
    </dgm:pt>
    <dgm:pt modelId="{FBF6417E-C8B6-44E0-B170-F5A79B4BE3A9}" type="pres">
      <dgm:prSet presAssocID="{27BDDEC7-60C5-4724-9338-6D39CA45B871}" presName="root" presStyleCnt="0">
        <dgm:presLayoutVars>
          <dgm:dir/>
          <dgm:resizeHandles val="exact"/>
        </dgm:presLayoutVars>
      </dgm:prSet>
      <dgm:spPr/>
    </dgm:pt>
    <dgm:pt modelId="{861A262F-17A0-49EB-99E3-C5C4E05A87C2}" type="pres">
      <dgm:prSet presAssocID="{AECE1C34-731C-45EC-86A8-6D62F4C65193}" presName="compNode" presStyleCnt="0"/>
      <dgm:spPr/>
    </dgm:pt>
    <dgm:pt modelId="{E6D67321-8032-4099-80C4-3D443951F47B}" type="pres">
      <dgm:prSet presAssocID="{AECE1C34-731C-45EC-86A8-6D62F4C65193}" presName="bgRect" presStyleLbl="bgShp" presStyleIdx="0" presStyleCnt="4"/>
      <dgm:spPr/>
    </dgm:pt>
    <dgm:pt modelId="{1F6717D4-594B-48D6-A174-A5EDF0604BA3}" type="pres">
      <dgm:prSet presAssocID="{AECE1C34-731C-45EC-86A8-6D62F4C6519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0F3B46A-8927-413B-AB22-B184F9584E61}" type="pres">
      <dgm:prSet presAssocID="{AECE1C34-731C-45EC-86A8-6D62F4C65193}" presName="spaceRect" presStyleCnt="0"/>
      <dgm:spPr/>
    </dgm:pt>
    <dgm:pt modelId="{D99C4077-215C-463E-A36F-A625D15AB6DB}" type="pres">
      <dgm:prSet presAssocID="{AECE1C34-731C-45EC-86A8-6D62F4C65193}" presName="parTx" presStyleLbl="revTx" presStyleIdx="0" presStyleCnt="4">
        <dgm:presLayoutVars>
          <dgm:chMax val="0"/>
          <dgm:chPref val="0"/>
        </dgm:presLayoutVars>
      </dgm:prSet>
      <dgm:spPr/>
    </dgm:pt>
    <dgm:pt modelId="{DC206C6C-25C2-44FF-A8F6-76D2AC6DE396}" type="pres">
      <dgm:prSet presAssocID="{A484D30B-5A9E-4D2F-B196-8923E0F0C511}" presName="sibTrans" presStyleCnt="0"/>
      <dgm:spPr/>
    </dgm:pt>
    <dgm:pt modelId="{81E7B722-18B1-4A01-B0F4-BE136F91FEFE}" type="pres">
      <dgm:prSet presAssocID="{14FE7408-80DC-45AA-930A-71E12A227FD7}" presName="compNode" presStyleCnt="0"/>
      <dgm:spPr/>
    </dgm:pt>
    <dgm:pt modelId="{17011D73-2B90-423E-B87E-B6C56BDDB48B}" type="pres">
      <dgm:prSet presAssocID="{14FE7408-80DC-45AA-930A-71E12A227FD7}" presName="bgRect" presStyleLbl="bgShp" presStyleIdx="1" presStyleCnt="4"/>
      <dgm:spPr/>
    </dgm:pt>
    <dgm:pt modelId="{9C10A9BF-B7CF-4118-9BAE-D9DBCE5DB55F}" type="pres">
      <dgm:prSet presAssocID="{14FE7408-80DC-45AA-930A-71E12A227FD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91A3D088-2F81-48A5-B125-FA9F7BADE839}" type="pres">
      <dgm:prSet presAssocID="{14FE7408-80DC-45AA-930A-71E12A227FD7}" presName="spaceRect" presStyleCnt="0"/>
      <dgm:spPr/>
    </dgm:pt>
    <dgm:pt modelId="{D0021BD1-D9AB-4100-9D29-F2DE0C3E1444}" type="pres">
      <dgm:prSet presAssocID="{14FE7408-80DC-45AA-930A-71E12A227FD7}" presName="parTx" presStyleLbl="revTx" presStyleIdx="1" presStyleCnt="4">
        <dgm:presLayoutVars>
          <dgm:chMax val="0"/>
          <dgm:chPref val="0"/>
        </dgm:presLayoutVars>
      </dgm:prSet>
      <dgm:spPr/>
    </dgm:pt>
    <dgm:pt modelId="{BA490272-0887-4DDA-9648-BAD3C0584311}" type="pres">
      <dgm:prSet presAssocID="{1E503881-E9CE-48D5-B632-85C6A362DF70}" presName="sibTrans" presStyleCnt="0"/>
      <dgm:spPr/>
    </dgm:pt>
    <dgm:pt modelId="{7FB1F425-625C-4BFE-9911-10BE66E160DC}" type="pres">
      <dgm:prSet presAssocID="{5145DDAB-A2AA-41CF-B8D1-F4F2B3C98F5C}" presName="compNode" presStyleCnt="0"/>
      <dgm:spPr/>
    </dgm:pt>
    <dgm:pt modelId="{2B558D1F-CC8B-46C6-B261-C9CD71545FC2}" type="pres">
      <dgm:prSet presAssocID="{5145DDAB-A2AA-41CF-B8D1-F4F2B3C98F5C}" presName="bgRect" presStyleLbl="bgShp" presStyleIdx="2" presStyleCnt="4"/>
      <dgm:spPr/>
    </dgm:pt>
    <dgm:pt modelId="{75F8BBE8-210B-423D-9028-95625BDA5C15}" type="pres">
      <dgm:prSet presAssocID="{5145DDAB-A2AA-41CF-B8D1-F4F2B3C98F5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dney"/>
        </a:ext>
      </dgm:extLst>
    </dgm:pt>
    <dgm:pt modelId="{13BD35DE-C120-4A25-9A96-EDFA24ED5ACE}" type="pres">
      <dgm:prSet presAssocID="{5145DDAB-A2AA-41CF-B8D1-F4F2B3C98F5C}" presName="spaceRect" presStyleCnt="0"/>
      <dgm:spPr/>
    </dgm:pt>
    <dgm:pt modelId="{1AC9C768-C241-4291-B763-DEFC35DC1483}" type="pres">
      <dgm:prSet presAssocID="{5145DDAB-A2AA-41CF-B8D1-F4F2B3C98F5C}" presName="parTx" presStyleLbl="revTx" presStyleIdx="2" presStyleCnt="4">
        <dgm:presLayoutVars>
          <dgm:chMax val="0"/>
          <dgm:chPref val="0"/>
        </dgm:presLayoutVars>
      </dgm:prSet>
      <dgm:spPr/>
    </dgm:pt>
    <dgm:pt modelId="{6511D472-D2F0-422E-8D5B-69826E307AFE}" type="pres">
      <dgm:prSet presAssocID="{11642FCD-E976-4842-9B56-0E08E1865E23}" presName="sibTrans" presStyleCnt="0"/>
      <dgm:spPr/>
    </dgm:pt>
    <dgm:pt modelId="{AB18DC4D-96FA-456A-A4B8-77B8F1E94243}" type="pres">
      <dgm:prSet presAssocID="{DA52D234-86A0-48F8-96FC-51B7196AE2B6}" presName="compNode" presStyleCnt="0"/>
      <dgm:spPr/>
    </dgm:pt>
    <dgm:pt modelId="{A259955F-A0FF-4914-857A-33B29482EC53}" type="pres">
      <dgm:prSet presAssocID="{DA52D234-86A0-48F8-96FC-51B7196AE2B6}" presName="bgRect" presStyleLbl="bgShp" presStyleIdx="3" presStyleCnt="4"/>
      <dgm:spPr/>
    </dgm:pt>
    <dgm:pt modelId="{19241D44-AF31-462A-8D65-B6EC4A06E1C5}" type="pres">
      <dgm:prSet presAssocID="{DA52D234-86A0-48F8-96FC-51B7196AE2B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C713ECA3-7EA5-4C42-A558-B633F8FE991B}" type="pres">
      <dgm:prSet presAssocID="{DA52D234-86A0-48F8-96FC-51B7196AE2B6}" presName="spaceRect" presStyleCnt="0"/>
      <dgm:spPr/>
    </dgm:pt>
    <dgm:pt modelId="{3740730E-D627-4E1D-9615-7435AA73CD2F}" type="pres">
      <dgm:prSet presAssocID="{DA52D234-86A0-48F8-96FC-51B7196AE2B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78F8E37-CC66-4656-85EF-155FB2B76D06}" srcId="{27BDDEC7-60C5-4724-9338-6D39CA45B871}" destId="{5145DDAB-A2AA-41CF-B8D1-F4F2B3C98F5C}" srcOrd="2" destOrd="0" parTransId="{6A385BAE-BC94-4A98-89E6-ED326B15BF80}" sibTransId="{11642FCD-E976-4842-9B56-0E08E1865E23}"/>
    <dgm:cxn modelId="{F7C3A33B-7E23-48FF-9B8B-9BD2C22A8C64}" type="presOf" srcId="{DA52D234-86A0-48F8-96FC-51B7196AE2B6}" destId="{3740730E-D627-4E1D-9615-7435AA73CD2F}" srcOrd="0" destOrd="0" presId="urn:microsoft.com/office/officeart/2018/2/layout/IconVerticalSolidList"/>
    <dgm:cxn modelId="{7AA8473F-6640-45BB-B6F8-8A869EE5055F}" srcId="{27BDDEC7-60C5-4724-9338-6D39CA45B871}" destId="{14FE7408-80DC-45AA-930A-71E12A227FD7}" srcOrd="1" destOrd="0" parTransId="{8DACDB64-23F6-4B45-9DF1-B06C9EE655CA}" sibTransId="{1E503881-E9CE-48D5-B632-85C6A362DF70}"/>
    <dgm:cxn modelId="{89B93472-223D-4EB0-93FD-B40FE72CBAE2}" type="presOf" srcId="{27BDDEC7-60C5-4724-9338-6D39CA45B871}" destId="{FBF6417E-C8B6-44E0-B170-F5A79B4BE3A9}" srcOrd="0" destOrd="0" presId="urn:microsoft.com/office/officeart/2018/2/layout/IconVerticalSolidList"/>
    <dgm:cxn modelId="{A04F379B-A5BF-4B38-B60D-CFB01B443937}" srcId="{27BDDEC7-60C5-4724-9338-6D39CA45B871}" destId="{AECE1C34-731C-45EC-86A8-6D62F4C65193}" srcOrd="0" destOrd="0" parTransId="{23A5DFD1-3782-41BD-B527-B282AA913BEA}" sibTransId="{A484D30B-5A9E-4D2F-B196-8923E0F0C511}"/>
    <dgm:cxn modelId="{CAB03BAC-1DAB-4DC4-8FA2-D4FF064BD9BE}" type="presOf" srcId="{AECE1C34-731C-45EC-86A8-6D62F4C65193}" destId="{D99C4077-215C-463E-A36F-A625D15AB6DB}" srcOrd="0" destOrd="0" presId="urn:microsoft.com/office/officeart/2018/2/layout/IconVerticalSolidList"/>
    <dgm:cxn modelId="{001A5ACC-4343-49FD-80DE-8238891A5806}" srcId="{27BDDEC7-60C5-4724-9338-6D39CA45B871}" destId="{DA52D234-86A0-48F8-96FC-51B7196AE2B6}" srcOrd="3" destOrd="0" parTransId="{47D33720-058E-4C50-9FA7-32D8C3016853}" sibTransId="{F2A79B9B-693D-4C5A-971F-DAEBF0C2495D}"/>
    <dgm:cxn modelId="{DA37ACDD-58A3-4FC9-B6F2-0D0482005513}" type="presOf" srcId="{14FE7408-80DC-45AA-930A-71E12A227FD7}" destId="{D0021BD1-D9AB-4100-9D29-F2DE0C3E1444}" srcOrd="0" destOrd="0" presId="urn:microsoft.com/office/officeart/2018/2/layout/IconVerticalSolidList"/>
    <dgm:cxn modelId="{C41C02F2-9B70-42EB-B173-9FCF1F5A5D8B}" type="presOf" srcId="{5145DDAB-A2AA-41CF-B8D1-F4F2B3C98F5C}" destId="{1AC9C768-C241-4291-B763-DEFC35DC1483}" srcOrd="0" destOrd="0" presId="urn:microsoft.com/office/officeart/2018/2/layout/IconVerticalSolidList"/>
    <dgm:cxn modelId="{9EC122E5-A539-4AAA-B5A6-361AAD04C17B}" type="presParOf" srcId="{FBF6417E-C8B6-44E0-B170-F5A79B4BE3A9}" destId="{861A262F-17A0-49EB-99E3-C5C4E05A87C2}" srcOrd="0" destOrd="0" presId="urn:microsoft.com/office/officeart/2018/2/layout/IconVerticalSolidList"/>
    <dgm:cxn modelId="{CF04C057-CA0F-40DC-B4EC-19412BD63F03}" type="presParOf" srcId="{861A262F-17A0-49EB-99E3-C5C4E05A87C2}" destId="{E6D67321-8032-4099-80C4-3D443951F47B}" srcOrd="0" destOrd="0" presId="urn:microsoft.com/office/officeart/2018/2/layout/IconVerticalSolidList"/>
    <dgm:cxn modelId="{B64684BC-281D-45B9-8938-06D8A0F0F58A}" type="presParOf" srcId="{861A262F-17A0-49EB-99E3-C5C4E05A87C2}" destId="{1F6717D4-594B-48D6-A174-A5EDF0604BA3}" srcOrd="1" destOrd="0" presId="urn:microsoft.com/office/officeart/2018/2/layout/IconVerticalSolidList"/>
    <dgm:cxn modelId="{20F5D836-EECD-4105-915D-DFF6CD48BF42}" type="presParOf" srcId="{861A262F-17A0-49EB-99E3-C5C4E05A87C2}" destId="{B0F3B46A-8927-413B-AB22-B184F9584E61}" srcOrd="2" destOrd="0" presId="urn:microsoft.com/office/officeart/2018/2/layout/IconVerticalSolidList"/>
    <dgm:cxn modelId="{68D740C8-1A12-4DC8-8CF0-6B2CE64D5EA5}" type="presParOf" srcId="{861A262F-17A0-49EB-99E3-C5C4E05A87C2}" destId="{D99C4077-215C-463E-A36F-A625D15AB6DB}" srcOrd="3" destOrd="0" presId="urn:microsoft.com/office/officeart/2018/2/layout/IconVerticalSolidList"/>
    <dgm:cxn modelId="{1F99B32C-E641-4BD0-A882-3E7B6EE1BAF0}" type="presParOf" srcId="{FBF6417E-C8B6-44E0-B170-F5A79B4BE3A9}" destId="{DC206C6C-25C2-44FF-A8F6-76D2AC6DE396}" srcOrd="1" destOrd="0" presId="urn:microsoft.com/office/officeart/2018/2/layout/IconVerticalSolidList"/>
    <dgm:cxn modelId="{D09366F1-AFF5-490C-969E-7BDFE41A67FF}" type="presParOf" srcId="{FBF6417E-C8B6-44E0-B170-F5A79B4BE3A9}" destId="{81E7B722-18B1-4A01-B0F4-BE136F91FEFE}" srcOrd="2" destOrd="0" presId="urn:microsoft.com/office/officeart/2018/2/layout/IconVerticalSolidList"/>
    <dgm:cxn modelId="{63E058D8-3B40-4051-8E0E-7F17A00A4309}" type="presParOf" srcId="{81E7B722-18B1-4A01-B0F4-BE136F91FEFE}" destId="{17011D73-2B90-423E-B87E-B6C56BDDB48B}" srcOrd="0" destOrd="0" presId="urn:microsoft.com/office/officeart/2018/2/layout/IconVerticalSolidList"/>
    <dgm:cxn modelId="{63DCF1E6-7BBB-4EC3-AB9E-C085A60C1D93}" type="presParOf" srcId="{81E7B722-18B1-4A01-B0F4-BE136F91FEFE}" destId="{9C10A9BF-B7CF-4118-9BAE-D9DBCE5DB55F}" srcOrd="1" destOrd="0" presId="urn:microsoft.com/office/officeart/2018/2/layout/IconVerticalSolidList"/>
    <dgm:cxn modelId="{BA97253B-DC21-4EFF-8D2B-D12B1B9E7117}" type="presParOf" srcId="{81E7B722-18B1-4A01-B0F4-BE136F91FEFE}" destId="{91A3D088-2F81-48A5-B125-FA9F7BADE839}" srcOrd="2" destOrd="0" presId="urn:microsoft.com/office/officeart/2018/2/layout/IconVerticalSolidList"/>
    <dgm:cxn modelId="{DEE23053-6747-41FB-8076-3DE2067C0B55}" type="presParOf" srcId="{81E7B722-18B1-4A01-B0F4-BE136F91FEFE}" destId="{D0021BD1-D9AB-4100-9D29-F2DE0C3E1444}" srcOrd="3" destOrd="0" presId="urn:microsoft.com/office/officeart/2018/2/layout/IconVerticalSolidList"/>
    <dgm:cxn modelId="{93018046-7102-4B50-816B-EBF11E936391}" type="presParOf" srcId="{FBF6417E-C8B6-44E0-B170-F5A79B4BE3A9}" destId="{BA490272-0887-4DDA-9648-BAD3C0584311}" srcOrd="3" destOrd="0" presId="urn:microsoft.com/office/officeart/2018/2/layout/IconVerticalSolidList"/>
    <dgm:cxn modelId="{ABC91069-2973-4AFE-B1FE-91BA920D4016}" type="presParOf" srcId="{FBF6417E-C8B6-44E0-B170-F5A79B4BE3A9}" destId="{7FB1F425-625C-4BFE-9911-10BE66E160DC}" srcOrd="4" destOrd="0" presId="urn:microsoft.com/office/officeart/2018/2/layout/IconVerticalSolidList"/>
    <dgm:cxn modelId="{DD3F038F-5539-4092-B6A6-B17B8C6C87D0}" type="presParOf" srcId="{7FB1F425-625C-4BFE-9911-10BE66E160DC}" destId="{2B558D1F-CC8B-46C6-B261-C9CD71545FC2}" srcOrd="0" destOrd="0" presId="urn:microsoft.com/office/officeart/2018/2/layout/IconVerticalSolidList"/>
    <dgm:cxn modelId="{8A63C9C8-5084-4E86-8E23-BC34CB120D93}" type="presParOf" srcId="{7FB1F425-625C-4BFE-9911-10BE66E160DC}" destId="{75F8BBE8-210B-423D-9028-95625BDA5C15}" srcOrd="1" destOrd="0" presId="urn:microsoft.com/office/officeart/2018/2/layout/IconVerticalSolidList"/>
    <dgm:cxn modelId="{8C9349B0-6316-4F09-B670-D84AED8B192F}" type="presParOf" srcId="{7FB1F425-625C-4BFE-9911-10BE66E160DC}" destId="{13BD35DE-C120-4A25-9A96-EDFA24ED5ACE}" srcOrd="2" destOrd="0" presId="urn:microsoft.com/office/officeart/2018/2/layout/IconVerticalSolidList"/>
    <dgm:cxn modelId="{4409295E-713D-4723-A284-5289B26D1DC1}" type="presParOf" srcId="{7FB1F425-625C-4BFE-9911-10BE66E160DC}" destId="{1AC9C768-C241-4291-B763-DEFC35DC1483}" srcOrd="3" destOrd="0" presId="urn:microsoft.com/office/officeart/2018/2/layout/IconVerticalSolidList"/>
    <dgm:cxn modelId="{8494C7D2-4811-4BD0-9C6B-17449584B063}" type="presParOf" srcId="{FBF6417E-C8B6-44E0-B170-F5A79B4BE3A9}" destId="{6511D472-D2F0-422E-8D5B-69826E307AFE}" srcOrd="5" destOrd="0" presId="urn:microsoft.com/office/officeart/2018/2/layout/IconVerticalSolidList"/>
    <dgm:cxn modelId="{19D1228B-FAF7-4ED0-A497-B971D7F3A046}" type="presParOf" srcId="{FBF6417E-C8B6-44E0-B170-F5A79B4BE3A9}" destId="{AB18DC4D-96FA-456A-A4B8-77B8F1E94243}" srcOrd="6" destOrd="0" presId="urn:microsoft.com/office/officeart/2018/2/layout/IconVerticalSolidList"/>
    <dgm:cxn modelId="{3E641EF6-875B-4233-BA63-3B2352EF5A91}" type="presParOf" srcId="{AB18DC4D-96FA-456A-A4B8-77B8F1E94243}" destId="{A259955F-A0FF-4914-857A-33B29482EC53}" srcOrd="0" destOrd="0" presId="urn:microsoft.com/office/officeart/2018/2/layout/IconVerticalSolidList"/>
    <dgm:cxn modelId="{1AEEE4D7-FFC4-4A05-A631-12BACC037D29}" type="presParOf" srcId="{AB18DC4D-96FA-456A-A4B8-77B8F1E94243}" destId="{19241D44-AF31-462A-8D65-B6EC4A06E1C5}" srcOrd="1" destOrd="0" presId="urn:microsoft.com/office/officeart/2018/2/layout/IconVerticalSolidList"/>
    <dgm:cxn modelId="{6543FA06-02F5-49C7-BC2C-D76504FB3BF3}" type="presParOf" srcId="{AB18DC4D-96FA-456A-A4B8-77B8F1E94243}" destId="{C713ECA3-7EA5-4C42-A558-B633F8FE991B}" srcOrd="2" destOrd="0" presId="urn:microsoft.com/office/officeart/2018/2/layout/IconVerticalSolidList"/>
    <dgm:cxn modelId="{559A686A-09E6-45BB-86B1-79D717922FD0}" type="presParOf" srcId="{AB18DC4D-96FA-456A-A4B8-77B8F1E94243}" destId="{3740730E-D627-4E1D-9615-7435AA73CD2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5E8B3AD-145F-4C0B-B4BC-08C55338156F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3279C1A-A3D2-4617-B26B-30FD8AE45128}">
      <dgm:prSet/>
      <dgm:spPr/>
      <dgm:t>
        <a:bodyPr/>
        <a:lstStyle/>
        <a:p>
          <a:r>
            <a:rPr lang="en-US"/>
            <a:t>- Upload code</a:t>
          </a:r>
        </a:p>
      </dgm:t>
    </dgm:pt>
    <dgm:pt modelId="{37BEC14A-06A0-4810-99EE-DC4C3883A921}" type="parTrans" cxnId="{DD495DE0-0268-4C33-BF17-6DA0ACAC22A1}">
      <dgm:prSet/>
      <dgm:spPr/>
      <dgm:t>
        <a:bodyPr/>
        <a:lstStyle/>
        <a:p>
          <a:endParaRPr lang="en-US"/>
        </a:p>
      </dgm:t>
    </dgm:pt>
    <dgm:pt modelId="{BEF6A181-FAA9-4B08-BFD8-07A6D0E6FC8F}" type="sibTrans" cxnId="{DD495DE0-0268-4C33-BF17-6DA0ACAC22A1}">
      <dgm:prSet/>
      <dgm:spPr/>
      <dgm:t>
        <a:bodyPr/>
        <a:lstStyle/>
        <a:p>
          <a:endParaRPr lang="en-US"/>
        </a:p>
      </dgm:t>
    </dgm:pt>
    <dgm:pt modelId="{F99E5426-D480-47A1-B688-9DE4B10B2AE6}">
      <dgm:prSet/>
      <dgm:spPr/>
      <dgm:t>
        <a:bodyPr/>
        <a:lstStyle/>
        <a:p>
          <a:r>
            <a:rPr lang="en-US"/>
            <a:t>- EB provisions EC2, LB, Auto-scaling</a:t>
          </a:r>
        </a:p>
      </dgm:t>
    </dgm:pt>
    <dgm:pt modelId="{A70ADC57-AEFF-4C36-8D01-D57FE8E2165F}" type="parTrans" cxnId="{B7E7A729-B2B2-4AA7-8A79-FD1631F341AD}">
      <dgm:prSet/>
      <dgm:spPr/>
      <dgm:t>
        <a:bodyPr/>
        <a:lstStyle/>
        <a:p>
          <a:endParaRPr lang="en-US"/>
        </a:p>
      </dgm:t>
    </dgm:pt>
    <dgm:pt modelId="{7E545ED2-0FCA-4DBF-ACC2-FF8177E4D11E}" type="sibTrans" cxnId="{B7E7A729-B2B2-4AA7-8A79-FD1631F341AD}">
      <dgm:prSet/>
      <dgm:spPr/>
      <dgm:t>
        <a:bodyPr/>
        <a:lstStyle/>
        <a:p>
          <a:endParaRPr lang="en-US"/>
        </a:p>
      </dgm:t>
    </dgm:pt>
    <dgm:pt modelId="{8D652429-2710-4C3A-9756-009EDFE158F4}">
      <dgm:prSet/>
      <dgm:spPr/>
      <dgm:t>
        <a:bodyPr/>
        <a:lstStyle/>
        <a:p>
          <a:r>
            <a:rPr lang="en-US"/>
            <a:t>- Optional RDS</a:t>
          </a:r>
        </a:p>
      </dgm:t>
    </dgm:pt>
    <dgm:pt modelId="{AB8AC430-74F8-4A5E-838D-09ABBAFBC688}" type="parTrans" cxnId="{A3327DD4-44C2-4E17-9297-D386130DA809}">
      <dgm:prSet/>
      <dgm:spPr/>
      <dgm:t>
        <a:bodyPr/>
        <a:lstStyle/>
        <a:p>
          <a:endParaRPr lang="en-US"/>
        </a:p>
      </dgm:t>
    </dgm:pt>
    <dgm:pt modelId="{2942C8CC-1282-4757-9A8D-E00C9D02DC50}" type="sibTrans" cxnId="{A3327DD4-44C2-4E17-9297-D386130DA809}">
      <dgm:prSet/>
      <dgm:spPr/>
      <dgm:t>
        <a:bodyPr/>
        <a:lstStyle/>
        <a:p>
          <a:endParaRPr lang="en-US"/>
        </a:p>
      </dgm:t>
    </dgm:pt>
    <dgm:pt modelId="{F87DC284-90E2-4431-8ED2-53EBE42589AC}">
      <dgm:prSet/>
      <dgm:spPr/>
      <dgm:t>
        <a:bodyPr/>
        <a:lstStyle/>
        <a:p>
          <a:r>
            <a:rPr lang="en-US"/>
            <a:t>- Health Monitoring</a:t>
          </a:r>
        </a:p>
      </dgm:t>
    </dgm:pt>
    <dgm:pt modelId="{0B9698AC-DD71-4593-8350-BF344B2CB1DD}" type="parTrans" cxnId="{DE0E681C-3C14-4733-B97D-D257D5056A75}">
      <dgm:prSet/>
      <dgm:spPr/>
      <dgm:t>
        <a:bodyPr/>
        <a:lstStyle/>
        <a:p>
          <a:endParaRPr lang="en-US"/>
        </a:p>
      </dgm:t>
    </dgm:pt>
    <dgm:pt modelId="{2F699CCA-0227-45F2-A2D8-80F0AC73F112}" type="sibTrans" cxnId="{DE0E681C-3C14-4733-B97D-D257D5056A75}">
      <dgm:prSet/>
      <dgm:spPr/>
      <dgm:t>
        <a:bodyPr/>
        <a:lstStyle/>
        <a:p>
          <a:endParaRPr lang="en-US"/>
        </a:p>
      </dgm:t>
    </dgm:pt>
    <dgm:pt modelId="{32E7E02D-2391-48A0-B513-4C2E2E4E6F20}">
      <dgm:prSet/>
      <dgm:spPr/>
      <dgm:t>
        <a:bodyPr/>
        <a:lstStyle/>
        <a:p>
          <a:r>
            <a:rPr lang="en-US"/>
            <a:t>- Provides URL</a:t>
          </a:r>
        </a:p>
      </dgm:t>
    </dgm:pt>
    <dgm:pt modelId="{B6511AE4-7A11-45E8-ADBF-3D2A30769B92}" type="parTrans" cxnId="{BF923AFD-513B-4572-838A-A28AB0344ED2}">
      <dgm:prSet/>
      <dgm:spPr/>
      <dgm:t>
        <a:bodyPr/>
        <a:lstStyle/>
        <a:p>
          <a:endParaRPr lang="en-US"/>
        </a:p>
      </dgm:t>
    </dgm:pt>
    <dgm:pt modelId="{1172B937-4A99-44E4-924E-1FE531FF10A0}" type="sibTrans" cxnId="{BF923AFD-513B-4572-838A-A28AB0344ED2}">
      <dgm:prSet/>
      <dgm:spPr/>
      <dgm:t>
        <a:bodyPr/>
        <a:lstStyle/>
        <a:p>
          <a:endParaRPr lang="en-US"/>
        </a:p>
      </dgm:t>
    </dgm:pt>
    <dgm:pt modelId="{2176C24A-D307-4DBA-B951-4B73FA910BC0}" type="pres">
      <dgm:prSet presAssocID="{75E8B3AD-145F-4C0B-B4BC-08C55338156F}" presName="linear" presStyleCnt="0">
        <dgm:presLayoutVars>
          <dgm:animLvl val="lvl"/>
          <dgm:resizeHandles val="exact"/>
        </dgm:presLayoutVars>
      </dgm:prSet>
      <dgm:spPr/>
    </dgm:pt>
    <dgm:pt modelId="{3CA68B3D-3AE4-45BF-8636-DA900F78E29D}" type="pres">
      <dgm:prSet presAssocID="{F3279C1A-A3D2-4617-B26B-30FD8AE4512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8369270-8D0E-4684-B2C3-BC344219FCDF}" type="pres">
      <dgm:prSet presAssocID="{BEF6A181-FAA9-4B08-BFD8-07A6D0E6FC8F}" presName="spacer" presStyleCnt="0"/>
      <dgm:spPr/>
    </dgm:pt>
    <dgm:pt modelId="{9574837E-E393-4A42-9BC6-335BC41DAA43}" type="pres">
      <dgm:prSet presAssocID="{F99E5426-D480-47A1-B688-9DE4B10B2AE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B8AE300-F71A-4758-8810-F60E7D30B619}" type="pres">
      <dgm:prSet presAssocID="{7E545ED2-0FCA-4DBF-ACC2-FF8177E4D11E}" presName="spacer" presStyleCnt="0"/>
      <dgm:spPr/>
    </dgm:pt>
    <dgm:pt modelId="{DED6152D-17BE-4A21-B3CD-0DB26F44DBF2}" type="pres">
      <dgm:prSet presAssocID="{8D652429-2710-4C3A-9756-009EDFE158F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D0DDFE4-0073-4DE5-9485-020AD8E65CA6}" type="pres">
      <dgm:prSet presAssocID="{2942C8CC-1282-4757-9A8D-E00C9D02DC50}" presName="spacer" presStyleCnt="0"/>
      <dgm:spPr/>
    </dgm:pt>
    <dgm:pt modelId="{2C7F09DD-537B-4B6A-903D-1622381FBAA8}" type="pres">
      <dgm:prSet presAssocID="{F87DC284-90E2-4431-8ED2-53EBE42589A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616573C-5988-4B01-BC84-7DDABF903FF7}" type="pres">
      <dgm:prSet presAssocID="{2F699CCA-0227-45F2-A2D8-80F0AC73F112}" presName="spacer" presStyleCnt="0"/>
      <dgm:spPr/>
    </dgm:pt>
    <dgm:pt modelId="{D54E8296-64D8-4564-B891-492A569FA34D}" type="pres">
      <dgm:prSet presAssocID="{32E7E02D-2391-48A0-B513-4C2E2E4E6F20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22647D05-6B97-4412-AE4E-C87E74AD1D08}" type="presOf" srcId="{32E7E02D-2391-48A0-B513-4C2E2E4E6F20}" destId="{D54E8296-64D8-4564-B891-492A569FA34D}" srcOrd="0" destOrd="0" presId="urn:microsoft.com/office/officeart/2005/8/layout/vList2"/>
    <dgm:cxn modelId="{DE0E681C-3C14-4733-B97D-D257D5056A75}" srcId="{75E8B3AD-145F-4C0B-B4BC-08C55338156F}" destId="{F87DC284-90E2-4431-8ED2-53EBE42589AC}" srcOrd="3" destOrd="0" parTransId="{0B9698AC-DD71-4593-8350-BF344B2CB1DD}" sibTransId="{2F699CCA-0227-45F2-A2D8-80F0AC73F112}"/>
    <dgm:cxn modelId="{72F1911C-D661-45DF-AD0A-977ED861C9C9}" type="presOf" srcId="{F99E5426-D480-47A1-B688-9DE4B10B2AE6}" destId="{9574837E-E393-4A42-9BC6-335BC41DAA43}" srcOrd="0" destOrd="0" presId="urn:microsoft.com/office/officeart/2005/8/layout/vList2"/>
    <dgm:cxn modelId="{B7E7A729-B2B2-4AA7-8A79-FD1631F341AD}" srcId="{75E8B3AD-145F-4C0B-B4BC-08C55338156F}" destId="{F99E5426-D480-47A1-B688-9DE4B10B2AE6}" srcOrd="1" destOrd="0" parTransId="{A70ADC57-AEFF-4C36-8D01-D57FE8E2165F}" sibTransId="{7E545ED2-0FCA-4DBF-ACC2-FF8177E4D11E}"/>
    <dgm:cxn modelId="{2C303C9F-2747-4744-A848-935E42895442}" type="presOf" srcId="{F3279C1A-A3D2-4617-B26B-30FD8AE45128}" destId="{3CA68B3D-3AE4-45BF-8636-DA900F78E29D}" srcOrd="0" destOrd="0" presId="urn:microsoft.com/office/officeart/2005/8/layout/vList2"/>
    <dgm:cxn modelId="{BBC870AA-508B-4809-910E-FEFC28DE5D4A}" type="presOf" srcId="{75E8B3AD-145F-4C0B-B4BC-08C55338156F}" destId="{2176C24A-D307-4DBA-B951-4B73FA910BC0}" srcOrd="0" destOrd="0" presId="urn:microsoft.com/office/officeart/2005/8/layout/vList2"/>
    <dgm:cxn modelId="{391339BE-9822-40A4-A1E4-F8FA429721BB}" type="presOf" srcId="{8D652429-2710-4C3A-9756-009EDFE158F4}" destId="{DED6152D-17BE-4A21-B3CD-0DB26F44DBF2}" srcOrd="0" destOrd="0" presId="urn:microsoft.com/office/officeart/2005/8/layout/vList2"/>
    <dgm:cxn modelId="{A3327DD4-44C2-4E17-9297-D386130DA809}" srcId="{75E8B3AD-145F-4C0B-B4BC-08C55338156F}" destId="{8D652429-2710-4C3A-9756-009EDFE158F4}" srcOrd="2" destOrd="0" parTransId="{AB8AC430-74F8-4A5E-838D-09ABBAFBC688}" sibTransId="{2942C8CC-1282-4757-9A8D-E00C9D02DC50}"/>
    <dgm:cxn modelId="{DD495DE0-0268-4C33-BF17-6DA0ACAC22A1}" srcId="{75E8B3AD-145F-4C0B-B4BC-08C55338156F}" destId="{F3279C1A-A3D2-4617-B26B-30FD8AE45128}" srcOrd="0" destOrd="0" parTransId="{37BEC14A-06A0-4810-99EE-DC4C3883A921}" sibTransId="{BEF6A181-FAA9-4B08-BFD8-07A6D0E6FC8F}"/>
    <dgm:cxn modelId="{F1B3EBF8-C742-4D33-BA5D-C2E981F7D2CD}" type="presOf" srcId="{F87DC284-90E2-4431-8ED2-53EBE42589AC}" destId="{2C7F09DD-537B-4B6A-903D-1622381FBAA8}" srcOrd="0" destOrd="0" presId="urn:microsoft.com/office/officeart/2005/8/layout/vList2"/>
    <dgm:cxn modelId="{BF923AFD-513B-4572-838A-A28AB0344ED2}" srcId="{75E8B3AD-145F-4C0B-B4BC-08C55338156F}" destId="{32E7E02D-2391-48A0-B513-4C2E2E4E6F20}" srcOrd="4" destOrd="0" parTransId="{B6511AE4-7A11-45E8-ADBF-3D2A30769B92}" sibTransId="{1172B937-4A99-44E4-924E-1FE531FF10A0}"/>
    <dgm:cxn modelId="{2AC22CC8-B628-4322-8139-A4A36B8FCFD7}" type="presParOf" srcId="{2176C24A-D307-4DBA-B951-4B73FA910BC0}" destId="{3CA68B3D-3AE4-45BF-8636-DA900F78E29D}" srcOrd="0" destOrd="0" presId="urn:microsoft.com/office/officeart/2005/8/layout/vList2"/>
    <dgm:cxn modelId="{7053E53A-8E47-4AFA-AA1B-389057EFAC18}" type="presParOf" srcId="{2176C24A-D307-4DBA-B951-4B73FA910BC0}" destId="{A8369270-8D0E-4684-B2C3-BC344219FCDF}" srcOrd="1" destOrd="0" presId="urn:microsoft.com/office/officeart/2005/8/layout/vList2"/>
    <dgm:cxn modelId="{D6CB1EF2-6FBF-4C5E-BD78-37C72BD41BFA}" type="presParOf" srcId="{2176C24A-D307-4DBA-B951-4B73FA910BC0}" destId="{9574837E-E393-4A42-9BC6-335BC41DAA43}" srcOrd="2" destOrd="0" presId="urn:microsoft.com/office/officeart/2005/8/layout/vList2"/>
    <dgm:cxn modelId="{2585FF7F-928F-445D-84C7-F11A6A6B6190}" type="presParOf" srcId="{2176C24A-D307-4DBA-B951-4B73FA910BC0}" destId="{3B8AE300-F71A-4758-8810-F60E7D30B619}" srcOrd="3" destOrd="0" presId="urn:microsoft.com/office/officeart/2005/8/layout/vList2"/>
    <dgm:cxn modelId="{E7BB5B31-27A1-4B0F-AB98-503E5018E660}" type="presParOf" srcId="{2176C24A-D307-4DBA-B951-4B73FA910BC0}" destId="{DED6152D-17BE-4A21-B3CD-0DB26F44DBF2}" srcOrd="4" destOrd="0" presId="urn:microsoft.com/office/officeart/2005/8/layout/vList2"/>
    <dgm:cxn modelId="{82650EA6-3153-4051-BD3E-E3CE00527127}" type="presParOf" srcId="{2176C24A-D307-4DBA-B951-4B73FA910BC0}" destId="{BD0DDFE4-0073-4DE5-9485-020AD8E65CA6}" srcOrd="5" destOrd="0" presId="urn:microsoft.com/office/officeart/2005/8/layout/vList2"/>
    <dgm:cxn modelId="{F1F4A035-71C8-4AE4-8543-6FF30A41DD52}" type="presParOf" srcId="{2176C24A-D307-4DBA-B951-4B73FA910BC0}" destId="{2C7F09DD-537B-4B6A-903D-1622381FBAA8}" srcOrd="6" destOrd="0" presId="urn:microsoft.com/office/officeart/2005/8/layout/vList2"/>
    <dgm:cxn modelId="{29986647-3E3A-48DE-ADF8-81CBEC9ECC06}" type="presParOf" srcId="{2176C24A-D307-4DBA-B951-4B73FA910BC0}" destId="{B616573C-5988-4B01-BC84-7DDABF903FF7}" srcOrd="7" destOrd="0" presId="urn:microsoft.com/office/officeart/2005/8/layout/vList2"/>
    <dgm:cxn modelId="{6FCCD0E7-99DC-4595-A64F-8F5AD9CCE40C}" type="presParOf" srcId="{2176C24A-D307-4DBA-B951-4B73FA910BC0}" destId="{D54E8296-64D8-4564-B891-492A569FA34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349F8F9-F7A0-4FF4-A8CC-4349A58F354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BFE49709-3799-420B-B83F-9787B3B6BCB1}">
      <dgm:prSet/>
      <dgm:spPr/>
      <dgm:t>
        <a:bodyPr/>
        <a:lstStyle/>
        <a:p>
          <a:r>
            <a:rPr lang="en-US"/>
            <a:t>- Auto-scaling &amp; Load balancing</a:t>
          </a:r>
        </a:p>
      </dgm:t>
    </dgm:pt>
    <dgm:pt modelId="{B2FF82E5-1AD6-4A18-BAF6-E1FE7C0DBFC6}" type="parTrans" cxnId="{BE3F1315-9078-499C-9CED-4DC46E38D10A}">
      <dgm:prSet/>
      <dgm:spPr/>
      <dgm:t>
        <a:bodyPr/>
        <a:lstStyle/>
        <a:p>
          <a:endParaRPr lang="en-US"/>
        </a:p>
      </dgm:t>
    </dgm:pt>
    <dgm:pt modelId="{C29F6F1A-FA48-49BE-B4EB-9DF827F251BD}" type="sibTrans" cxnId="{BE3F1315-9078-499C-9CED-4DC46E38D10A}">
      <dgm:prSet/>
      <dgm:spPr/>
      <dgm:t>
        <a:bodyPr/>
        <a:lstStyle/>
        <a:p>
          <a:endParaRPr lang="en-US"/>
        </a:p>
      </dgm:t>
    </dgm:pt>
    <dgm:pt modelId="{0C6ABB7E-D477-466F-ABF6-CF0BCBF72D44}">
      <dgm:prSet/>
      <dgm:spPr/>
      <dgm:t>
        <a:bodyPr/>
        <a:lstStyle/>
        <a:p>
          <a:r>
            <a:rPr lang="en-US"/>
            <a:t>- Managed environment</a:t>
          </a:r>
        </a:p>
      </dgm:t>
    </dgm:pt>
    <dgm:pt modelId="{E6D65E1B-8288-47AD-B107-13FCD7D6CAA1}" type="parTrans" cxnId="{4EBB0240-7F7A-4E6E-837F-8A8F879074FF}">
      <dgm:prSet/>
      <dgm:spPr/>
      <dgm:t>
        <a:bodyPr/>
        <a:lstStyle/>
        <a:p>
          <a:endParaRPr lang="en-US"/>
        </a:p>
      </dgm:t>
    </dgm:pt>
    <dgm:pt modelId="{538FE0CF-1B44-4403-8158-B54CD94C5CB9}" type="sibTrans" cxnId="{4EBB0240-7F7A-4E6E-837F-8A8F879074FF}">
      <dgm:prSet/>
      <dgm:spPr/>
      <dgm:t>
        <a:bodyPr/>
        <a:lstStyle/>
        <a:p>
          <a:endParaRPr lang="en-US"/>
        </a:p>
      </dgm:t>
    </dgm:pt>
    <dgm:pt modelId="{00BAD619-4198-4414-BD91-F1EA253447AF}">
      <dgm:prSet/>
      <dgm:spPr/>
      <dgm:t>
        <a:bodyPr/>
        <a:lstStyle/>
        <a:p>
          <a:r>
            <a:rPr lang="en-US"/>
            <a:t>- Monitoring &amp; Logs</a:t>
          </a:r>
        </a:p>
      </dgm:t>
    </dgm:pt>
    <dgm:pt modelId="{BFA7CF86-57B2-4574-89AC-2C58059558CC}" type="parTrans" cxnId="{AB573148-5CF7-4DEC-8C8F-89033687342E}">
      <dgm:prSet/>
      <dgm:spPr/>
      <dgm:t>
        <a:bodyPr/>
        <a:lstStyle/>
        <a:p>
          <a:endParaRPr lang="en-US"/>
        </a:p>
      </dgm:t>
    </dgm:pt>
    <dgm:pt modelId="{AD6571BC-9EE5-4A8D-A268-5C26752454C4}" type="sibTrans" cxnId="{AB573148-5CF7-4DEC-8C8F-89033687342E}">
      <dgm:prSet/>
      <dgm:spPr/>
      <dgm:t>
        <a:bodyPr/>
        <a:lstStyle/>
        <a:p>
          <a:endParaRPr lang="en-US"/>
        </a:p>
      </dgm:t>
    </dgm:pt>
    <dgm:pt modelId="{55978769-9F38-4469-AF01-2CBDA973C87F}">
      <dgm:prSet/>
      <dgm:spPr/>
      <dgm:t>
        <a:bodyPr/>
        <a:lstStyle/>
        <a:p>
          <a:r>
            <a:rPr lang="en-US"/>
            <a:t>- Versioning and rollback</a:t>
          </a:r>
        </a:p>
      </dgm:t>
    </dgm:pt>
    <dgm:pt modelId="{06181375-1742-492A-865C-FF4B5514FFA1}" type="parTrans" cxnId="{F3509CAF-52DD-40E9-9D9C-96AF545C49D4}">
      <dgm:prSet/>
      <dgm:spPr/>
      <dgm:t>
        <a:bodyPr/>
        <a:lstStyle/>
        <a:p>
          <a:endParaRPr lang="en-US"/>
        </a:p>
      </dgm:t>
    </dgm:pt>
    <dgm:pt modelId="{7F887B9A-9E05-4FB3-BB01-CE0AD92B8A46}" type="sibTrans" cxnId="{F3509CAF-52DD-40E9-9D9C-96AF545C49D4}">
      <dgm:prSet/>
      <dgm:spPr/>
      <dgm:t>
        <a:bodyPr/>
        <a:lstStyle/>
        <a:p>
          <a:endParaRPr lang="en-US"/>
        </a:p>
      </dgm:t>
    </dgm:pt>
    <dgm:pt modelId="{6BC31E08-2A3C-48BF-B90B-324897ACEFC6}">
      <dgm:prSet/>
      <dgm:spPr/>
      <dgm:t>
        <a:bodyPr/>
        <a:lstStyle/>
        <a:p>
          <a:r>
            <a:rPr lang="en-US"/>
            <a:t>- AWS integrations</a:t>
          </a:r>
        </a:p>
      </dgm:t>
    </dgm:pt>
    <dgm:pt modelId="{DD1849C5-54CB-4606-A636-625CC0C37A8D}" type="parTrans" cxnId="{D00F6BB6-06CF-47D4-83F1-3ACC6DA18510}">
      <dgm:prSet/>
      <dgm:spPr/>
      <dgm:t>
        <a:bodyPr/>
        <a:lstStyle/>
        <a:p>
          <a:endParaRPr lang="en-US"/>
        </a:p>
      </dgm:t>
    </dgm:pt>
    <dgm:pt modelId="{1333C150-A3CB-4F4E-967E-C47DE6443DD5}" type="sibTrans" cxnId="{D00F6BB6-06CF-47D4-83F1-3ACC6DA18510}">
      <dgm:prSet/>
      <dgm:spPr/>
      <dgm:t>
        <a:bodyPr/>
        <a:lstStyle/>
        <a:p>
          <a:endParaRPr lang="en-US"/>
        </a:p>
      </dgm:t>
    </dgm:pt>
    <dgm:pt modelId="{DA48402E-B136-4DD3-81A3-F03D84B68619}" type="pres">
      <dgm:prSet presAssocID="{5349F8F9-F7A0-4FF4-A8CC-4349A58F3540}" presName="root" presStyleCnt="0">
        <dgm:presLayoutVars>
          <dgm:dir/>
          <dgm:resizeHandles val="exact"/>
        </dgm:presLayoutVars>
      </dgm:prSet>
      <dgm:spPr/>
    </dgm:pt>
    <dgm:pt modelId="{AAC7DBDD-847D-47FD-B308-3985CFCD7434}" type="pres">
      <dgm:prSet presAssocID="{BFE49709-3799-420B-B83F-9787B3B6BCB1}" presName="compNode" presStyleCnt="0"/>
      <dgm:spPr/>
    </dgm:pt>
    <dgm:pt modelId="{630BEE00-CCC1-4945-B449-CE9FAAF027DE}" type="pres">
      <dgm:prSet presAssocID="{BFE49709-3799-420B-B83F-9787B3B6BCB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9E2A7378-A2A6-4660-98B3-13741415B34B}" type="pres">
      <dgm:prSet presAssocID="{BFE49709-3799-420B-B83F-9787B3B6BCB1}" presName="spaceRect" presStyleCnt="0"/>
      <dgm:spPr/>
    </dgm:pt>
    <dgm:pt modelId="{40F8E090-F897-45DA-A64F-7EA9222613C3}" type="pres">
      <dgm:prSet presAssocID="{BFE49709-3799-420B-B83F-9787B3B6BCB1}" presName="textRect" presStyleLbl="revTx" presStyleIdx="0" presStyleCnt="5">
        <dgm:presLayoutVars>
          <dgm:chMax val="1"/>
          <dgm:chPref val="1"/>
        </dgm:presLayoutVars>
      </dgm:prSet>
      <dgm:spPr/>
    </dgm:pt>
    <dgm:pt modelId="{112AFEB1-6047-4BEF-8679-AC01270443C1}" type="pres">
      <dgm:prSet presAssocID="{C29F6F1A-FA48-49BE-B4EB-9DF827F251BD}" presName="sibTrans" presStyleCnt="0"/>
      <dgm:spPr/>
    </dgm:pt>
    <dgm:pt modelId="{9389E07B-9BD4-4344-BC06-45B4AF2FE165}" type="pres">
      <dgm:prSet presAssocID="{0C6ABB7E-D477-466F-ABF6-CF0BCBF72D44}" presName="compNode" presStyleCnt="0"/>
      <dgm:spPr/>
    </dgm:pt>
    <dgm:pt modelId="{386E2703-DF12-471B-BE8A-BD10A857E0D5}" type="pres">
      <dgm:prSet presAssocID="{0C6ABB7E-D477-466F-ABF6-CF0BCBF72D4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57AE6E6C-4709-4E77-B5F0-5C8CC49CE43D}" type="pres">
      <dgm:prSet presAssocID="{0C6ABB7E-D477-466F-ABF6-CF0BCBF72D44}" presName="spaceRect" presStyleCnt="0"/>
      <dgm:spPr/>
    </dgm:pt>
    <dgm:pt modelId="{0173D3B0-EE57-4256-8E96-A1C58A182CC4}" type="pres">
      <dgm:prSet presAssocID="{0C6ABB7E-D477-466F-ABF6-CF0BCBF72D44}" presName="textRect" presStyleLbl="revTx" presStyleIdx="1" presStyleCnt="5">
        <dgm:presLayoutVars>
          <dgm:chMax val="1"/>
          <dgm:chPref val="1"/>
        </dgm:presLayoutVars>
      </dgm:prSet>
      <dgm:spPr/>
    </dgm:pt>
    <dgm:pt modelId="{01659E5D-A5FD-4CAE-812C-46AA3AFDA176}" type="pres">
      <dgm:prSet presAssocID="{538FE0CF-1B44-4403-8158-B54CD94C5CB9}" presName="sibTrans" presStyleCnt="0"/>
      <dgm:spPr/>
    </dgm:pt>
    <dgm:pt modelId="{889E4EA4-4105-4B4F-90C0-9A5960A38AA3}" type="pres">
      <dgm:prSet presAssocID="{00BAD619-4198-4414-BD91-F1EA253447AF}" presName="compNode" presStyleCnt="0"/>
      <dgm:spPr/>
    </dgm:pt>
    <dgm:pt modelId="{AA861E70-F65E-4A03-A759-91D17EC9A479}" type="pres">
      <dgm:prSet presAssocID="{00BAD619-4198-4414-BD91-F1EA253447A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curity Camera Sign"/>
        </a:ext>
      </dgm:extLst>
    </dgm:pt>
    <dgm:pt modelId="{DC2AB8E7-783C-4497-8AA6-0FF73ED2411E}" type="pres">
      <dgm:prSet presAssocID="{00BAD619-4198-4414-BD91-F1EA253447AF}" presName="spaceRect" presStyleCnt="0"/>
      <dgm:spPr/>
    </dgm:pt>
    <dgm:pt modelId="{5B66CBA6-E860-4AEE-BFD3-AE9A5DE851E6}" type="pres">
      <dgm:prSet presAssocID="{00BAD619-4198-4414-BD91-F1EA253447AF}" presName="textRect" presStyleLbl="revTx" presStyleIdx="2" presStyleCnt="5">
        <dgm:presLayoutVars>
          <dgm:chMax val="1"/>
          <dgm:chPref val="1"/>
        </dgm:presLayoutVars>
      </dgm:prSet>
      <dgm:spPr/>
    </dgm:pt>
    <dgm:pt modelId="{6D8A096C-B89D-4D0A-B008-072A8DA5B29B}" type="pres">
      <dgm:prSet presAssocID="{AD6571BC-9EE5-4A8D-A268-5C26752454C4}" presName="sibTrans" presStyleCnt="0"/>
      <dgm:spPr/>
    </dgm:pt>
    <dgm:pt modelId="{DF861DD7-5095-474C-8B49-617699FC705C}" type="pres">
      <dgm:prSet presAssocID="{55978769-9F38-4469-AF01-2CBDA973C87F}" presName="compNode" presStyleCnt="0"/>
      <dgm:spPr/>
    </dgm:pt>
    <dgm:pt modelId="{6D275B9C-714A-4253-98D2-5858C214097D}" type="pres">
      <dgm:prSet presAssocID="{55978769-9F38-4469-AF01-2CBDA973C87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B1154FCC-596A-4501-85B9-F6E111BAFCE0}" type="pres">
      <dgm:prSet presAssocID="{55978769-9F38-4469-AF01-2CBDA973C87F}" presName="spaceRect" presStyleCnt="0"/>
      <dgm:spPr/>
    </dgm:pt>
    <dgm:pt modelId="{6187E66E-4E46-49C8-A034-22B824EECE03}" type="pres">
      <dgm:prSet presAssocID="{55978769-9F38-4469-AF01-2CBDA973C87F}" presName="textRect" presStyleLbl="revTx" presStyleIdx="3" presStyleCnt="5">
        <dgm:presLayoutVars>
          <dgm:chMax val="1"/>
          <dgm:chPref val="1"/>
        </dgm:presLayoutVars>
      </dgm:prSet>
      <dgm:spPr/>
    </dgm:pt>
    <dgm:pt modelId="{81827E5E-62CF-46EF-AB49-99B781C9EB9E}" type="pres">
      <dgm:prSet presAssocID="{7F887B9A-9E05-4FB3-BB01-CE0AD92B8A46}" presName="sibTrans" presStyleCnt="0"/>
      <dgm:spPr/>
    </dgm:pt>
    <dgm:pt modelId="{7AC030D5-281A-4C61-88E0-C45ACC7AAEDD}" type="pres">
      <dgm:prSet presAssocID="{6BC31E08-2A3C-48BF-B90B-324897ACEFC6}" presName="compNode" presStyleCnt="0"/>
      <dgm:spPr/>
    </dgm:pt>
    <dgm:pt modelId="{62B7962A-EAA3-4717-997C-7E69038E4E76}" type="pres">
      <dgm:prSet presAssocID="{6BC31E08-2A3C-48BF-B90B-324897ACEFC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E97BCE7-ED06-48EA-81F8-E8DE3305EA7E}" type="pres">
      <dgm:prSet presAssocID="{6BC31E08-2A3C-48BF-B90B-324897ACEFC6}" presName="spaceRect" presStyleCnt="0"/>
      <dgm:spPr/>
    </dgm:pt>
    <dgm:pt modelId="{E6834A1D-4FE1-40B8-9AD2-9F594DFDE4D4}" type="pres">
      <dgm:prSet presAssocID="{6BC31E08-2A3C-48BF-B90B-324897ACEFC6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BE3F1315-9078-499C-9CED-4DC46E38D10A}" srcId="{5349F8F9-F7A0-4FF4-A8CC-4349A58F3540}" destId="{BFE49709-3799-420B-B83F-9787B3B6BCB1}" srcOrd="0" destOrd="0" parTransId="{B2FF82E5-1AD6-4A18-BAF6-E1FE7C0DBFC6}" sibTransId="{C29F6F1A-FA48-49BE-B4EB-9DF827F251BD}"/>
    <dgm:cxn modelId="{4EBB0240-7F7A-4E6E-837F-8A8F879074FF}" srcId="{5349F8F9-F7A0-4FF4-A8CC-4349A58F3540}" destId="{0C6ABB7E-D477-466F-ABF6-CF0BCBF72D44}" srcOrd="1" destOrd="0" parTransId="{E6D65E1B-8288-47AD-B107-13FCD7D6CAA1}" sibTransId="{538FE0CF-1B44-4403-8158-B54CD94C5CB9}"/>
    <dgm:cxn modelId="{CAE0755B-FC74-4815-A64C-B1A93A813484}" type="presOf" srcId="{BFE49709-3799-420B-B83F-9787B3B6BCB1}" destId="{40F8E090-F897-45DA-A64F-7EA9222613C3}" srcOrd="0" destOrd="0" presId="urn:microsoft.com/office/officeart/2018/2/layout/IconLabelList"/>
    <dgm:cxn modelId="{AB573148-5CF7-4DEC-8C8F-89033687342E}" srcId="{5349F8F9-F7A0-4FF4-A8CC-4349A58F3540}" destId="{00BAD619-4198-4414-BD91-F1EA253447AF}" srcOrd="2" destOrd="0" parTransId="{BFA7CF86-57B2-4574-89AC-2C58059558CC}" sibTransId="{AD6571BC-9EE5-4A8D-A268-5C26752454C4}"/>
    <dgm:cxn modelId="{5310B372-6FCC-4452-9162-B2B2DF4F9245}" type="presOf" srcId="{55978769-9F38-4469-AF01-2CBDA973C87F}" destId="{6187E66E-4E46-49C8-A034-22B824EECE03}" srcOrd="0" destOrd="0" presId="urn:microsoft.com/office/officeart/2018/2/layout/IconLabelList"/>
    <dgm:cxn modelId="{245F8793-A7DD-444F-A6B7-FC67C4D44842}" type="presOf" srcId="{6BC31E08-2A3C-48BF-B90B-324897ACEFC6}" destId="{E6834A1D-4FE1-40B8-9AD2-9F594DFDE4D4}" srcOrd="0" destOrd="0" presId="urn:microsoft.com/office/officeart/2018/2/layout/IconLabelList"/>
    <dgm:cxn modelId="{11615FAD-067D-478A-B1C8-44D503BB5469}" type="presOf" srcId="{0C6ABB7E-D477-466F-ABF6-CF0BCBF72D44}" destId="{0173D3B0-EE57-4256-8E96-A1C58A182CC4}" srcOrd="0" destOrd="0" presId="urn:microsoft.com/office/officeart/2018/2/layout/IconLabelList"/>
    <dgm:cxn modelId="{F3509CAF-52DD-40E9-9D9C-96AF545C49D4}" srcId="{5349F8F9-F7A0-4FF4-A8CC-4349A58F3540}" destId="{55978769-9F38-4469-AF01-2CBDA973C87F}" srcOrd="3" destOrd="0" parTransId="{06181375-1742-492A-865C-FF4B5514FFA1}" sibTransId="{7F887B9A-9E05-4FB3-BB01-CE0AD92B8A46}"/>
    <dgm:cxn modelId="{80287CB0-15AE-4307-8706-267C7183E5B1}" type="presOf" srcId="{00BAD619-4198-4414-BD91-F1EA253447AF}" destId="{5B66CBA6-E860-4AEE-BFD3-AE9A5DE851E6}" srcOrd="0" destOrd="0" presId="urn:microsoft.com/office/officeart/2018/2/layout/IconLabelList"/>
    <dgm:cxn modelId="{D00F6BB6-06CF-47D4-83F1-3ACC6DA18510}" srcId="{5349F8F9-F7A0-4FF4-A8CC-4349A58F3540}" destId="{6BC31E08-2A3C-48BF-B90B-324897ACEFC6}" srcOrd="4" destOrd="0" parTransId="{DD1849C5-54CB-4606-A636-625CC0C37A8D}" sibTransId="{1333C150-A3CB-4F4E-967E-C47DE6443DD5}"/>
    <dgm:cxn modelId="{034149D4-C0EE-41D3-A66F-7C1567CBEFB2}" type="presOf" srcId="{5349F8F9-F7A0-4FF4-A8CC-4349A58F3540}" destId="{DA48402E-B136-4DD3-81A3-F03D84B68619}" srcOrd="0" destOrd="0" presId="urn:microsoft.com/office/officeart/2018/2/layout/IconLabelList"/>
    <dgm:cxn modelId="{7B8D5087-C1B0-4248-8A58-9713B380DDFA}" type="presParOf" srcId="{DA48402E-B136-4DD3-81A3-F03D84B68619}" destId="{AAC7DBDD-847D-47FD-B308-3985CFCD7434}" srcOrd="0" destOrd="0" presId="urn:microsoft.com/office/officeart/2018/2/layout/IconLabelList"/>
    <dgm:cxn modelId="{0603C686-713A-4F1E-B627-244A2F54C529}" type="presParOf" srcId="{AAC7DBDD-847D-47FD-B308-3985CFCD7434}" destId="{630BEE00-CCC1-4945-B449-CE9FAAF027DE}" srcOrd="0" destOrd="0" presId="urn:microsoft.com/office/officeart/2018/2/layout/IconLabelList"/>
    <dgm:cxn modelId="{6162A181-37C6-4DAA-920D-EB615CA87098}" type="presParOf" srcId="{AAC7DBDD-847D-47FD-B308-3985CFCD7434}" destId="{9E2A7378-A2A6-4660-98B3-13741415B34B}" srcOrd="1" destOrd="0" presId="urn:microsoft.com/office/officeart/2018/2/layout/IconLabelList"/>
    <dgm:cxn modelId="{C79EA476-AC3C-4142-82A9-C1B2FD5BAFF4}" type="presParOf" srcId="{AAC7DBDD-847D-47FD-B308-3985CFCD7434}" destId="{40F8E090-F897-45DA-A64F-7EA9222613C3}" srcOrd="2" destOrd="0" presId="urn:microsoft.com/office/officeart/2018/2/layout/IconLabelList"/>
    <dgm:cxn modelId="{6B035364-FE1F-4BAA-96A0-1B5D2F430692}" type="presParOf" srcId="{DA48402E-B136-4DD3-81A3-F03D84B68619}" destId="{112AFEB1-6047-4BEF-8679-AC01270443C1}" srcOrd="1" destOrd="0" presId="urn:microsoft.com/office/officeart/2018/2/layout/IconLabelList"/>
    <dgm:cxn modelId="{55E41D47-4A58-492B-B8D2-A782C108ED11}" type="presParOf" srcId="{DA48402E-B136-4DD3-81A3-F03D84B68619}" destId="{9389E07B-9BD4-4344-BC06-45B4AF2FE165}" srcOrd="2" destOrd="0" presId="urn:microsoft.com/office/officeart/2018/2/layout/IconLabelList"/>
    <dgm:cxn modelId="{FFD69C27-8A69-4AE3-B1F8-A6E7B5120D7E}" type="presParOf" srcId="{9389E07B-9BD4-4344-BC06-45B4AF2FE165}" destId="{386E2703-DF12-471B-BE8A-BD10A857E0D5}" srcOrd="0" destOrd="0" presId="urn:microsoft.com/office/officeart/2018/2/layout/IconLabelList"/>
    <dgm:cxn modelId="{2215F6E0-A432-4C48-AEA4-18BC72ED0D70}" type="presParOf" srcId="{9389E07B-9BD4-4344-BC06-45B4AF2FE165}" destId="{57AE6E6C-4709-4E77-B5F0-5C8CC49CE43D}" srcOrd="1" destOrd="0" presId="urn:microsoft.com/office/officeart/2018/2/layout/IconLabelList"/>
    <dgm:cxn modelId="{02C938AF-B79B-4B67-97DE-B4828797AF40}" type="presParOf" srcId="{9389E07B-9BD4-4344-BC06-45B4AF2FE165}" destId="{0173D3B0-EE57-4256-8E96-A1C58A182CC4}" srcOrd="2" destOrd="0" presId="urn:microsoft.com/office/officeart/2018/2/layout/IconLabelList"/>
    <dgm:cxn modelId="{F8B4D0B6-0571-493A-9CDC-8B0EAB2822F0}" type="presParOf" srcId="{DA48402E-B136-4DD3-81A3-F03D84B68619}" destId="{01659E5D-A5FD-4CAE-812C-46AA3AFDA176}" srcOrd="3" destOrd="0" presId="urn:microsoft.com/office/officeart/2018/2/layout/IconLabelList"/>
    <dgm:cxn modelId="{FF3500C4-C1F0-471B-A566-05D07FA3E65A}" type="presParOf" srcId="{DA48402E-B136-4DD3-81A3-F03D84B68619}" destId="{889E4EA4-4105-4B4F-90C0-9A5960A38AA3}" srcOrd="4" destOrd="0" presId="urn:microsoft.com/office/officeart/2018/2/layout/IconLabelList"/>
    <dgm:cxn modelId="{7A1F647F-2B5C-49CA-855A-B012B1002580}" type="presParOf" srcId="{889E4EA4-4105-4B4F-90C0-9A5960A38AA3}" destId="{AA861E70-F65E-4A03-A759-91D17EC9A479}" srcOrd="0" destOrd="0" presId="urn:microsoft.com/office/officeart/2018/2/layout/IconLabelList"/>
    <dgm:cxn modelId="{7713826F-F1AD-4238-9613-CD8DC3DCE429}" type="presParOf" srcId="{889E4EA4-4105-4B4F-90C0-9A5960A38AA3}" destId="{DC2AB8E7-783C-4497-8AA6-0FF73ED2411E}" srcOrd="1" destOrd="0" presId="urn:microsoft.com/office/officeart/2018/2/layout/IconLabelList"/>
    <dgm:cxn modelId="{778A912F-477C-4E2E-AF2D-BDA642C61A2B}" type="presParOf" srcId="{889E4EA4-4105-4B4F-90C0-9A5960A38AA3}" destId="{5B66CBA6-E860-4AEE-BFD3-AE9A5DE851E6}" srcOrd="2" destOrd="0" presId="urn:microsoft.com/office/officeart/2018/2/layout/IconLabelList"/>
    <dgm:cxn modelId="{A2E3C49F-BEB0-4359-9921-AE9A5E15354B}" type="presParOf" srcId="{DA48402E-B136-4DD3-81A3-F03D84B68619}" destId="{6D8A096C-B89D-4D0A-B008-072A8DA5B29B}" srcOrd="5" destOrd="0" presId="urn:microsoft.com/office/officeart/2018/2/layout/IconLabelList"/>
    <dgm:cxn modelId="{53E21B1F-65D4-40F5-A8AF-FDA309D4485E}" type="presParOf" srcId="{DA48402E-B136-4DD3-81A3-F03D84B68619}" destId="{DF861DD7-5095-474C-8B49-617699FC705C}" srcOrd="6" destOrd="0" presId="urn:microsoft.com/office/officeart/2018/2/layout/IconLabelList"/>
    <dgm:cxn modelId="{A287B365-619B-4277-8D2C-A86EDB4EDEBB}" type="presParOf" srcId="{DF861DD7-5095-474C-8B49-617699FC705C}" destId="{6D275B9C-714A-4253-98D2-5858C214097D}" srcOrd="0" destOrd="0" presId="urn:microsoft.com/office/officeart/2018/2/layout/IconLabelList"/>
    <dgm:cxn modelId="{043126B4-DBDB-4A69-A443-CC52593312EC}" type="presParOf" srcId="{DF861DD7-5095-474C-8B49-617699FC705C}" destId="{B1154FCC-596A-4501-85B9-F6E111BAFCE0}" srcOrd="1" destOrd="0" presId="urn:microsoft.com/office/officeart/2018/2/layout/IconLabelList"/>
    <dgm:cxn modelId="{3D614A9B-1270-4D4E-BAC4-E748D037D3C2}" type="presParOf" srcId="{DF861DD7-5095-474C-8B49-617699FC705C}" destId="{6187E66E-4E46-49C8-A034-22B824EECE03}" srcOrd="2" destOrd="0" presId="urn:microsoft.com/office/officeart/2018/2/layout/IconLabelList"/>
    <dgm:cxn modelId="{6F27D3EE-6466-4509-9CA1-603A2CCF6795}" type="presParOf" srcId="{DA48402E-B136-4DD3-81A3-F03D84B68619}" destId="{81827E5E-62CF-46EF-AB49-99B781C9EB9E}" srcOrd="7" destOrd="0" presId="urn:microsoft.com/office/officeart/2018/2/layout/IconLabelList"/>
    <dgm:cxn modelId="{6295BF5C-B42D-476F-9365-E1C35E02A1C1}" type="presParOf" srcId="{DA48402E-B136-4DD3-81A3-F03D84B68619}" destId="{7AC030D5-281A-4C61-88E0-C45ACC7AAEDD}" srcOrd="8" destOrd="0" presId="urn:microsoft.com/office/officeart/2018/2/layout/IconLabelList"/>
    <dgm:cxn modelId="{323E9CC3-EA7F-421D-B7F6-9ECE790E9FFF}" type="presParOf" srcId="{7AC030D5-281A-4C61-88E0-C45ACC7AAEDD}" destId="{62B7962A-EAA3-4717-997C-7E69038E4E76}" srcOrd="0" destOrd="0" presId="urn:microsoft.com/office/officeart/2018/2/layout/IconLabelList"/>
    <dgm:cxn modelId="{A7C9DDBA-9196-4934-BBED-59804263C17B}" type="presParOf" srcId="{7AC030D5-281A-4C61-88E0-C45ACC7AAEDD}" destId="{9E97BCE7-ED06-48EA-81F8-E8DE3305EA7E}" srcOrd="1" destOrd="0" presId="urn:microsoft.com/office/officeart/2018/2/layout/IconLabelList"/>
    <dgm:cxn modelId="{1A9A8612-7F25-4C3D-9901-2F8A8ACAE066}" type="presParOf" srcId="{7AC030D5-281A-4C61-88E0-C45ACC7AAEDD}" destId="{E6834A1D-4FE1-40B8-9AD2-9F594DFDE4D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58A6AB1-2C8B-4A61-A134-E4B22FFF02E1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ACF805E-8F6E-4839-9AA3-CD2D2737354A}">
      <dgm:prSet/>
      <dgm:spPr/>
      <dgm:t>
        <a:bodyPr/>
        <a:lstStyle/>
        <a:p>
          <a:r>
            <a:rPr lang="en-US"/>
            <a:t>Elastic Beanstalk is free.</a:t>
          </a:r>
        </a:p>
      </dgm:t>
    </dgm:pt>
    <dgm:pt modelId="{0828AEE2-480B-422C-8CB5-AE26357EF57C}" type="parTrans" cxnId="{223C5D1E-78DC-47D7-A311-D99ECCDE15F6}">
      <dgm:prSet/>
      <dgm:spPr/>
      <dgm:t>
        <a:bodyPr/>
        <a:lstStyle/>
        <a:p>
          <a:endParaRPr lang="en-US"/>
        </a:p>
      </dgm:t>
    </dgm:pt>
    <dgm:pt modelId="{CFF9E979-EFA7-4E1E-85B8-EAD23048A1B7}" type="sibTrans" cxnId="{223C5D1E-78DC-47D7-A311-D99ECCDE15F6}">
      <dgm:prSet/>
      <dgm:spPr/>
      <dgm:t>
        <a:bodyPr/>
        <a:lstStyle/>
        <a:p>
          <a:endParaRPr lang="en-US"/>
        </a:p>
      </dgm:t>
    </dgm:pt>
    <dgm:pt modelId="{846D317E-4FCF-476E-A5A8-39352D87410D}">
      <dgm:prSet/>
      <dgm:spPr/>
      <dgm:t>
        <a:bodyPr/>
        <a:lstStyle/>
        <a:p>
          <a:r>
            <a:rPr lang="en-US"/>
            <a:t>You only pay for underlying AWS resources (EC2, S3, RDS, etc.)</a:t>
          </a:r>
        </a:p>
      </dgm:t>
    </dgm:pt>
    <dgm:pt modelId="{C7612FEC-3492-452E-A365-89A59B2AC336}" type="parTrans" cxnId="{7B05E8B2-CDC6-48DD-A06C-635F54B99AFE}">
      <dgm:prSet/>
      <dgm:spPr/>
      <dgm:t>
        <a:bodyPr/>
        <a:lstStyle/>
        <a:p>
          <a:endParaRPr lang="en-US"/>
        </a:p>
      </dgm:t>
    </dgm:pt>
    <dgm:pt modelId="{22AF9882-FBAE-4374-B40F-AACA2D26E6AC}" type="sibTrans" cxnId="{7B05E8B2-CDC6-48DD-A06C-635F54B99AFE}">
      <dgm:prSet/>
      <dgm:spPr/>
      <dgm:t>
        <a:bodyPr/>
        <a:lstStyle/>
        <a:p>
          <a:endParaRPr lang="en-US"/>
        </a:p>
      </dgm:t>
    </dgm:pt>
    <dgm:pt modelId="{03BE39A0-12E5-49BD-8CA9-5C4CB027F563}" type="pres">
      <dgm:prSet presAssocID="{258A6AB1-2C8B-4A61-A134-E4B22FFF02E1}" presName="vert0" presStyleCnt="0">
        <dgm:presLayoutVars>
          <dgm:dir/>
          <dgm:animOne val="branch"/>
          <dgm:animLvl val="lvl"/>
        </dgm:presLayoutVars>
      </dgm:prSet>
      <dgm:spPr/>
    </dgm:pt>
    <dgm:pt modelId="{F64103A2-9B24-4948-A363-9F6A8C539888}" type="pres">
      <dgm:prSet presAssocID="{7ACF805E-8F6E-4839-9AA3-CD2D2737354A}" presName="thickLine" presStyleLbl="alignNode1" presStyleIdx="0" presStyleCnt="2"/>
      <dgm:spPr/>
    </dgm:pt>
    <dgm:pt modelId="{7920E0B6-399C-48C8-A75C-BDFBDF9DE00A}" type="pres">
      <dgm:prSet presAssocID="{7ACF805E-8F6E-4839-9AA3-CD2D2737354A}" presName="horz1" presStyleCnt="0"/>
      <dgm:spPr/>
    </dgm:pt>
    <dgm:pt modelId="{AA8F2150-5033-46F5-AF40-EA762C90C11A}" type="pres">
      <dgm:prSet presAssocID="{7ACF805E-8F6E-4839-9AA3-CD2D2737354A}" presName="tx1" presStyleLbl="revTx" presStyleIdx="0" presStyleCnt="2"/>
      <dgm:spPr/>
    </dgm:pt>
    <dgm:pt modelId="{FF3DB75A-5F57-4CC9-8DAD-43A5A9F39BD2}" type="pres">
      <dgm:prSet presAssocID="{7ACF805E-8F6E-4839-9AA3-CD2D2737354A}" presName="vert1" presStyleCnt="0"/>
      <dgm:spPr/>
    </dgm:pt>
    <dgm:pt modelId="{00494250-B378-4735-81A8-CF1956E970F0}" type="pres">
      <dgm:prSet presAssocID="{846D317E-4FCF-476E-A5A8-39352D87410D}" presName="thickLine" presStyleLbl="alignNode1" presStyleIdx="1" presStyleCnt="2"/>
      <dgm:spPr/>
    </dgm:pt>
    <dgm:pt modelId="{76DEE9D6-FC45-4FED-9C75-164C17B0B988}" type="pres">
      <dgm:prSet presAssocID="{846D317E-4FCF-476E-A5A8-39352D87410D}" presName="horz1" presStyleCnt="0"/>
      <dgm:spPr/>
    </dgm:pt>
    <dgm:pt modelId="{C5E3DCE9-1625-4E1B-9E18-293966631B76}" type="pres">
      <dgm:prSet presAssocID="{846D317E-4FCF-476E-A5A8-39352D87410D}" presName="tx1" presStyleLbl="revTx" presStyleIdx="1" presStyleCnt="2"/>
      <dgm:spPr/>
    </dgm:pt>
    <dgm:pt modelId="{5621320C-9091-4EF0-A7F8-0379827786F7}" type="pres">
      <dgm:prSet presAssocID="{846D317E-4FCF-476E-A5A8-39352D87410D}" presName="vert1" presStyleCnt="0"/>
      <dgm:spPr/>
    </dgm:pt>
  </dgm:ptLst>
  <dgm:cxnLst>
    <dgm:cxn modelId="{223C5D1E-78DC-47D7-A311-D99ECCDE15F6}" srcId="{258A6AB1-2C8B-4A61-A134-E4B22FFF02E1}" destId="{7ACF805E-8F6E-4839-9AA3-CD2D2737354A}" srcOrd="0" destOrd="0" parTransId="{0828AEE2-480B-422C-8CB5-AE26357EF57C}" sibTransId="{CFF9E979-EFA7-4E1E-85B8-EAD23048A1B7}"/>
    <dgm:cxn modelId="{3922CE23-8587-43BC-9B69-0DBF6202E170}" type="presOf" srcId="{7ACF805E-8F6E-4839-9AA3-CD2D2737354A}" destId="{AA8F2150-5033-46F5-AF40-EA762C90C11A}" srcOrd="0" destOrd="0" presId="urn:microsoft.com/office/officeart/2008/layout/LinedList"/>
    <dgm:cxn modelId="{8CB2B08B-15BC-4129-913D-C7672568353B}" type="presOf" srcId="{258A6AB1-2C8B-4A61-A134-E4B22FFF02E1}" destId="{03BE39A0-12E5-49BD-8CA9-5C4CB027F563}" srcOrd="0" destOrd="0" presId="urn:microsoft.com/office/officeart/2008/layout/LinedList"/>
    <dgm:cxn modelId="{7B05E8B2-CDC6-48DD-A06C-635F54B99AFE}" srcId="{258A6AB1-2C8B-4A61-A134-E4B22FFF02E1}" destId="{846D317E-4FCF-476E-A5A8-39352D87410D}" srcOrd="1" destOrd="0" parTransId="{C7612FEC-3492-452E-A365-89A59B2AC336}" sibTransId="{22AF9882-FBAE-4374-B40F-AACA2D26E6AC}"/>
    <dgm:cxn modelId="{D03860FD-956E-4CBA-9F99-1EE2DCE62D65}" type="presOf" srcId="{846D317E-4FCF-476E-A5A8-39352D87410D}" destId="{C5E3DCE9-1625-4E1B-9E18-293966631B76}" srcOrd="0" destOrd="0" presId="urn:microsoft.com/office/officeart/2008/layout/LinedList"/>
    <dgm:cxn modelId="{AD4118CB-4E04-42B6-AF00-A92DA8F6EAFC}" type="presParOf" srcId="{03BE39A0-12E5-49BD-8CA9-5C4CB027F563}" destId="{F64103A2-9B24-4948-A363-9F6A8C539888}" srcOrd="0" destOrd="0" presId="urn:microsoft.com/office/officeart/2008/layout/LinedList"/>
    <dgm:cxn modelId="{FD5CB7EA-23BD-4572-B9B7-D4030D4C1078}" type="presParOf" srcId="{03BE39A0-12E5-49BD-8CA9-5C4CB027F563}" destId="{7920E0B6-399C-48C8-A75C-BDFBDF9DE00A}" srcOrd="1" destOrd="0" presId="urn:microsoft.com/office/officeart/2008/layout/LinedList"/>
    <dgm:cxn modelId="{DE2C45CB-88B4-45F5-8A17-677B74EAEA00}" type="presParOf" srcId="{7920E0B6-399C-48C8-A75C-BDFBDF9DE00A}" destId="{AA8F2150-5033-46F5-AF40-EA762C90C11A}" srcOrd="0" destOrd="0" presId="urn:microsoft.com/office/officeart/2008/layout/LinedList"/>
    <dgm:cxn modelId="{56F35081-97AC-4064-A16A-C845E7343FA0}" type="presParOf" srcId="{7920E0B6-399C-48C8-A75C-BDFBDF9DE00A}" destId="{FF3DB75A-5F57-4CC9-8DAD-43A5A9F39BD2}" srcOrd="1" destOrd="0" presId="urn:microsoft.com/office/officeart/2008/layout/LinedList"/>
    <dgm:cxn modelId="{1DDF2F6C-D3FE-4E85-8479-F09606062B4F}" type="presParOf" srcId="{03BE39A0-12E5-49BD-8CA9-5C4CB027F563}" destId="{00494250-B378-4735-81A8-CF1956E970F0}" srcOrd="2" destOrd="0" presId="urn:microsoft.com/office/officeart/2008/layout/LinedList"/>
    <dgm:cxn modelId="{DCDF33A8-D5F3-4DA6-8D35-E6FB2DB589FF}" type="presParOf" srcId="{03BE39A0-12E5-49BD-8CA9-5C4CB027F563}" destId="{76DEE9D6-FC45-4FED-9C75-164C17B0B988}" srcOrd="3" destOrd="0" presId="urn:microsoft.com/office/officeart/2008/layout/LinedList"/>
    <dgm:cxn modelId="{18F67744-F0D5-4A89-9372-F49873DB0E2A}" type="presParOf" srcId="{76DEE9D6-FC45-4FED-9C75-164C17B0B988}" destId="{C5E3DCE9-1625-4E1B-9E18-293966631B76}" srcOrd="0" destOrd="0" presId="urn:microsoft.com/office/officeart/2008/layout/LinedList"/>
    <dgm:cxn modelId="{A17D234A-515E-4BA1-B0D0-239E66243BD2}" type="presParOf" srcId="{76DEE9D6-FC45-4FED-9C75-164C17B0B988}" destId="{5621320C-9091-4EF0-A7F8-0379827786F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BCD33C5-F30A-4CDE-AC4D-21062F4BFC3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71E0090-4601-4D4C-B70F-922F57BF9CF7}">
      <dgm:prSet/>
      <dgm:spPr/>
      <dgm:t>
        <a:bodyPr/>
        <a:lstStyle/>
        <a:p>
          <a:r>
            <a:rPr lang="en-US"/>
            <a:t>EB = PaaS</a:t>
          </a:r>
        </a:p>
      </dgm:t>
    </dgm:pt>
    <dgm:pt modelId="{0817D67B-13A1-4333-94EC-B4B52CD04D85}" type="parTrans" cxnId="{9173561A-B366-4DB5-8EC5-30FE3B44FEED}">
      <dgm:prSet/>
      <dgm:spPr/>
      <dgm:t>
        <a:bodyPr/>
        <a:lstStyle/>
        <a:p>
          <a:endParaRPr lang="en-US"/>
        </a:p>
      </dgm:t>
    </dgm:pt>
    <dgm:pt modelId="{1E4E0764-B34D-46D8-83CC-9C2032BCC09D}" type="sibTrans" cxnId="{9173561A-B366-4DB5-8EC5-30FE3B44FEED}">
      <dgm:prSet/>
      <dgm:spPr/>
      <dgm:t>
        <a:bodyPr/>
        <a:lstStyle/>
        <a:p>
          <a:endParaRPr lang="en-US"/>
        </a:p>
      </dgm:t>
    </dgm:pt>
    <dgm:pt modelId="{B05ABFCD-8A52-4640-A1E7-69032A54ED26}">
      <dgm:prSet/>
      <dgm:spPr/>
      <dgm:t>
        <a:bodyPr/>
        <a:lstStyle/>
        <a:p>
          <a:r>
            <a:rPr lang="en-US"/>
            <a:t>EC2 = IaaS</a:t>
          </a:r>
        </a:p>
      </dgm:t>
    </dgm:pt>
    <dgm:pt modelId="{ED3FD726-AD0D-4A17-8F2E-92AEEC85EE69}" type="parTrans" cxnId="{0B3551C3-B82D-454E-9897-3D1BBE6A9AD7}">
      <dgm:prSet/>
      <dgm:spPr/>
      <dgm:t>
        <a:bodyPr/>
        <a:lstStyle/>
        <a:p>
          <a:endParaRPr lang="en-US"/>
        </a:p>
      </dgm:t>
    </dgm:pt>
    <dgm:pt modelId="{A9D852EE-3361-41D7-9757-39699739FC2E}" type="sibTrans" cxnId="{0B3551C3-B82D-454E-9897-3D1BBE6A9AD7}">
      <dgm:prSet/>
      <dgm:spPr/>
      <dgm:t>
        <a:bodyPr/>
        <a:lstStyle/>
        <a:p>
          <a:endParaRPr lang="en-US"/>
        </a:p>
      </dgm:t>
    </dgm:pt>
    <dgm:pt modelId="{D7C9DC30-201C-4428-8267-7FF1D3D3D04A}">
      <dgm:prSet/>
      <dgm:spPr/>
      <dgm:t>
        <a:bodyPr/>
        <a:lstStyle/>
        <a:p>
          <a:r>
            <a:rPr lang="en-US"/>
            <a:t>ECS = CaaS</a:t>
          </a:r>
        </a:p>
      </dgm:t>
    </dgm:pt>
    <dgm:pt modelId="{5E1700A5-FFC4-4BD9-90BC-2B056989B9BA}" type="parTrans" cxnId="{44F717D7-AA6A-4024-B3CC-D9AD6DEF7EF3}">
      <dgm:prSet/>
      <dgm:spPr/>
      <dgm:t>
        <a:bodyPr/>
        <a:lstStyle/>
        <a:p>
          <a:endParaRPr lang="en-US"/>
        </a:p>
      </dgm:t>
    </dgm:pt>
    <dgm:pt modelId="{9CD1CDDE-2DEC-4566-9D1B-9EC05B862F46}" type="sibTrans" cxnId="{44F717D7-AA6A-4024-B3CC-D9AD6DEF7EF3}">
      <dgm:prSet/>
      <dgm:spPr/>
      <dgm:t>
        <a:bodyPr/>
        <a:lstStyle/>
        <a:p>
          <a:endParaRPr lang="en-US"/>
        </a:p>
      </dgm:t>
    </dgm:pt>
    <dgm:pt modelId="{A0C85327-22EE-4B02-BA53-16E97CE75912}">
      <dgm:prSet/>
      <dgm:spPr/>
      <dgm:t>
        <a:bodyPr/>
        <a:lstStyle/>
        <a:p>
          <a:r>
            <a:rPr lang="en-US"/>
            <a:t>Lambda = FaaS</a:t>
          </a:r>
        </a:p>
      </dgm:t>
    </dgm:pt>
    <dgm:pt modelId="{DBB24755-2C0B-410C-B0DC-A24201B20E85}" type="parTrans" cxnId="{B96F76D1-6394-4B56-98C2-A81E09232C1C}">
      <dgm:prSet/>
      <dgm:spPr/>
      <dgm:t>
        <a:bodyPr/>
        <a:lstStyle/>
        <a:p>
          <a:endParaRPr lang="en-US"/>
        </a:p>
      </dgm:t>
    </dgm:pt>
    <dgm:pt modelId="{84099F43-CA0A-46EE-9CE3-54B0ED80E77C}" type="sibTrans" cxnId="{B96F76D1-6394-4B56-98C2-A81E09232C1C}">
      <dgm:prSet/>
      <dgm:spPr/>
      <dgm:t>
        <a:bodyPr/>
        <a:lstStyle/>
        <a:p>
          <a:endParaRPr lang="en-US"/>
        </a:p>
      </dgm:t>
    </dgm:pt>
    <dgm:pt modelId="{883BF441-37AD-4535-9AA4-D593DEF5E535}">
      <dgm:prSet/>
      <dgm:spPr/>
      <dgm:t>
        <a:bodyPr/>
        <a:lstStyle/>
        <a:p>
          <a:r>
            <a:rPr lang="en-US"/>
            <a:t>EB automates infra, others give more control</a:t>
          </a:r>
        </a:p>
      </dgm:t>
    </dgm:pt>
    <dgm:pt modelId="{6C620A5F-CCE9-49C1-B8EC-62B3003594D9}" type="parTrans" cxnId="{5B154493-EE22-4068-B774-8F86073F8488}">
      <dgm:prSet/>
      <dgm:spPr/>
      <dgm:t>
        <a:bodyPr/>
        <a:lstStyle/>
        <a:p>
          <a:endParaRPr lang="en-US"/>
        </a:p>
      </dgm:t>
    </dgm:pt>
    <dgm:pt modelId="{A7E78C4E-BE0E-472B-A5EF-647E14788B1F}" type="sibTrans" cxnId="{5B154493-EE22-4068-B774-8F86073F8488}">
      <dgm:prSet/>
      <dgm:spPr/>
      <dgm:t>
        <a:bodyPr/>
        <a:lstStyle/>
        <a:p>
          <a:endParaRPr lang="en-US"/>
        </a:p>
      </dgm:t>
    </dgm:pt>
    <dgm:pt modelId="{9BF4B601-03DA-48D2-BE92-8518F9C3AC24}" type="pres">
      <dgm:prSet presAssocID="{9BCD33C5-F30A-4CDE-AC4D-21062F4BFC34}" presName="linear" presStyleCnt="0">
        <dgm:presLayoutVars>
          <dgm:animLvl val="lvl"/>
          <dgm:resizeHandles val="exact"/>
        </dgm:presLayoutVars>
      </dgm:prSet>
      <dgm:spPr/>
    </dgm:pt>
    <dgm:pt modelId="{D4576560-271D-48D2-8CE8-CFD2AFEA10C7}" type="pres">
      <dgm:prSet presAssocID="{071E0090-4601-4D4C-B70F-922F57BF9CF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97F6BCB-F920-4789-94A4-2EF124AA76F9}" type="pres">
      <dgm:prSet presAssocID="{1E4E0764-B34D-46D8-83CC-9C2032BCC09D}" presName="spacer" presStyleCnt="0"/>
      <dgm:spPr/>
    </dgm:pt>
    <dgm:pt modelId="{15140F74-9ED0-4096-BE6E-4D942FC43770}" type="pres">
      <dgm:prSet presAssocID="{B05ABFCD-8A52-4640-A1E7-69032A54ED2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73F0CD4-C4A9-48C9-90CB-ABC6FD3DEA0C}" type="pres">
      <dgm:prSet presAssocID="{A9D852EE-3361-41D7-9757-39699739FC2E}" presName="spacer" presStyleCnt="0"/>
      <dgm:spPr/>
    </dgm:pt>
    <dgm:pt modelId="{7FD9C712-A538-4115-A826-F549AA5425F7}" type="pres">
      <dgm:prSet presAssocID="{D7C9DC30-201C-4428-8267-7FF1D3D3D04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71796A5-CB89-49E0-8466-359898E19C3D}" type="pres">
      <dgm:prSet presAssocID="{9CD1CDDE-2DEC-4566-9D1B-9EC05B862F46}" presName="spacer" presStyleCnt="0"/>
      <dgm:spPr/>
    </dgm:pt>
    <dgm:pt modelId="{C593A9AF-B0D7-4BFD-AA52-8C9F23A097F2}" type="pres">
      <dgm:prSet presAssocID="{A0C85327-22EE-4B02-BA53-16E97CE7591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34AA635-46B2-466E-B3FE-0F6B53107ABC}" type="pres">
      <dgm:prSet presAssocID="{84099F43-CA0A-46EE-9CE3-54B0ED80E77C}" presName="spacer" presStyleCnt="0"/>
      <dgm:spPr/>
    </dgm:pt>
    <dgm:pt modelId="{C8952E33-7578-45E5-B282-B5663E5A8C2E}" type="pres">
      <dgm:prSet presAssocID="{883BF441-37AD-4535-9AA4-D593DEF5E53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F7783B08-BA32-41CB-9553-213947EFB48E}" type="presOf" srcId="{A0C85327-22EE-4B02-BA53-16E97CE75912}" destId="{C593A9AF-B0D7-4BFD-AA52-8C9F23A097F2}" srcOrd="0" destOrd="0" presId="urn:microsoft.com/office/officeart/2005/8/layout/vList2"/>
    <dgm:cxn modelId="{9173561A-B366-4DB5-8EC5-30FE3B44FEED}" srcId="{9BCD33C5-F30A-4CDE-AC4D-21062F4BFC34}" destId="{071E0090-4601-4D4C-B70F-922F57BF9CF7}" srcOrd="0" destOrd="0" parTransId="{0817D67B-13A1-4333-94EC-B4B52CD04D85}" sibTransId="{1E4E0764-B34D-46D8-83CC-9C2032BCC09D}"/>
    <dgm:cxn modelId="{11769033-215D-4799-9C5B-78F7B23D37E4}" type="presOf" srcId="{883BF441-37AD-4535-9AA4-D593DEF5E535}" destId="{C8952E33-7578-45E5-B282-B5663E5A8C2E}" srcOrd="0" destOrd="0" presId="urn:microsoft.com/office/officeart/2005/8/layout/vList2"/>
    <dgm:cxn modelId="{52070567-C318-4D91-B41C-358085E2F7BC}" type="presOf" srcId="{B05ABFCD-8A52-4640-A1E7-69032A54ED26}" destId="{15140F74-9ED0-4096-BE6E-4D942FC43770}" srcOrd="0" destOrd="0" presId="urn:microsoft.com/office/officeart/2005/8/layout/vList2"/>
    <dgm:cxn modelId="{FBEF5B6A-CB6B-493F-BA48-2C22F757DE65}" type="presOf" srcId="{D7C9DC30-201C-4428-8267-7FF1D3D3D04A}" destId="{7FD9C712-A538-4115-A826-F549AA5425F7}" srcOrd="0" destOrd="0" presId="urn:microsoft.com/office/officeart/2005/8/layout/vList2"/>
    <dgm:cxn modelId="{657EA276-7DE2-4E25-8B5F-6502B034CAB0}" type="presOf" srcId="{071E0090-4601-4D4C-B70F-922F57BF9CF7}" destId="{D4576560-271D-48D2-8CE8-CFD2AFEA10C7}" srcOrd="0" destOrd="0" presId="urn:microsoft.com/office/officeart/2005/8/layout/vList2"/>
    <dgm:cxn modelId="{5B154493-EE22-4068-B774-8F86073F8488}" srcId="{9BCD33C5-F30A-4CDE-AC4D-21062F4BFC34}" destId="{883BF441-37AD-4535-9AA4-D593DEF5E535}" srcOrd="4" destOrd="0" parTransId="{6C620A5F-CCE9-49C1-B8EC-62B3003594D9}" sibTransId="{A7E78C4E-BE0E-472B-A5EF-647E14788B1F}"/>
    <dgm:cxn modelId="{0B3551C3-B82D-454E-9897-3D1BBE6A9AD7}" srcId="{9BCD33C5-F30A-4CDE-AC4D-21062F4BFC34}" destId="{B05ABFCD-8A52-4640-A1E7-69032A54ED26}" srcOrd="1" destOrd="0" parTransId="{ED3FD726-AD0D-4A17-8F2E-92AEEC85EE69}" sibTransId="{A9D852EE-3361-41D7-9757-39699739FC2E}"/>
    <dgm:cxn modelId="{B96F76D1-6394-4B56-98C2-A81E09232C1C}" srcId="{9BCD33C5-F30A-4CDE-AC4D-21062F4BFC34}" destId="{A0C85327-22EE-4B02-BA53-16E97CE75912}" srcOrd="3" destOrd="0" parTransId="{DBB24755-2C0B-410C-B0DC-A24201B20E85}" sibTransId="{84099F43-CA0A-46EE-9CE3-54B0ED80E77C}"/>
    <dgm:cxn modelId="{44F717D7-AA6A-4024-B3CC-D9AD6DEF7EF3}" srcId="{9BCD33C5-F30A-4CDE-AC4D-21062F4BFC34}" destId="{D7C9DC30-201C-4428-8267-7FF1D3D3D04A}" srcOrd="2" destOrd="0" parTransId="{5E1700A5-FFC4-4BD9-90BC-2B056989B9BA}" sibTransId="{9CD1CDDE-2DEC-4566-9D1B-9EC05B862F46}"/>
    <dgm:cxn modelId="{E1AB1BE9-1CFA-48A2-A855-7A3D4D5ECD1F}" type="presOf" srcId="{9BCD33C5-F30A-4CDE-AC4D-21062F4BFC34}" destId="{9BF4B601-03DA-48D2-BE92-8518F9C3AC24}" srcOrd="0" destOrd="0" presId="urn:microsoft.com/office/officeart/2005/8/layout/vList2"/>
    <dgm:cxn modelId="{83EEF48A-FD39-4157-884D-E3B4A84FDA94}" type="presParOf" srcId="{9BF4B601-03DA-48D2-BE92-8518F9C3AC24}" destId="{D4576560-271D-48D2-8CE8-CFD2AFEA10C7}" srcOrd="0" destOrd="0" presId="urn:microsoft.com/office/officeart/2005/8/layout/vList2"/>
    <dgm:cxn modelId="{0D97F154-193B-4F31-860B-300FB2771D59}" type="presParOf" srcId="{9BF4B601-03DA-48D2-BE92-8518F9C3AC24}" destId="{C97F6BCB-F920-4789-94A4-2EF124AA76F9}" srcOrd="1" destOrd="0" presId="urn:microsoft.com/office/officeart/2005/8/layout/vList2"/>
    <dgm:cxn modelId="{AF692ECC-1F46-44D3-ADF3-34B377ED7F45}" type="presParOf" srcId="{9BF4B601-03DA-48D2-BE92-8518F9C3AC24}" destId="{15140F74-9ED0-4096-BE6E-4D942FC43770}" srcOrd="2" destOrd="0" presId="urn:microsoft.com/office/officeart/2005/8/layout/vList2"/>
    <dgm:cxn modelId="{EE78C0F5-4CB4-4B72-9A93-D9D4C00C83B8}" type="presParOf" srcId="{9BF4B601-03DA-48D2-BE92-8518F9C3AC24}" destId="{C73F0CD4-C4A9-48C9-90CB-ABC6FD3DEA0C}" srcOrd="3" destOrd="0" presId="urn:microsoft.com/office/officeart/2005/8/layout/vList2"/>
    <dgm:cxn modelId="{B40C2C68-494C-490B-A737-0D5506A201DF}" type="presParOf" srcId="{9BF4B601-03DA-48D2-BE92-8518F9C3AC24}" destId="{7FD9C712-A538-4115-A826-F549AA5425F7}" srcOrd="4" destOrd="0" presId="urn:microsoft.com/office/officeart/2005/8/layout/vList2"/>
    <dgm:cxn modelId="{2008809B-0E51-4EA1-9ADA-EAC06E730D88}" type="presParOf" srcId="{9BF4B601-03DA-48D2-BE92-8518F9C3AC24}" destId="{771796A5-CB89-49E0-8466-359898E19C3D}" srcOrd="5" destOrd="0" presId="urn:microsoft.com/office/officeart/2005/8/layout/vList2"/>
    <dgm:cxn modelId="{01392826-F016-4CAC-96D5-855949E784E2}" type="presParOf" srcId="{9BF4B601-03DA-48D2-BE92-8518F9C3AC24}" destId="{C593A9AF-B0D7-4BFD-AA52-8C9F23A097F2}" srcOrd="6" destOrd="0" presId="urn:microsoft.com/office/officeart/2005/8/layout/vList2"/>
    <dgm:cxn modelId="{B87A721D-D496-4580-94F3-75A897A59BD7}" type="presParOf" srcId="{9BF4B601-03DA-48D2-BE92-8518F9C3AC24}" destId="{434AA635-46B2-466E-B3FE-0F6B53107ABC}" srcOrd="7" destOrd="0" presId="urn:microsoft.com/office/officeart/2005/8/layout/vList2"/>
    <dgm:cxn modelId="{69D3EB42-9F31-4D0E-A6B8-19D97AAE8BC4}" type="presParOf" srcId="{9BF4B601-03DA-48D2-BE92-8518F9C3AC24}" destId="{C8952E33-7578-45E5-B282-B5663E5A8C2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285951E-F436-4378-BB84-BACE868A3DA6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1D413D3-D3F6-4F26-9CF8-A64E9C937C0F}">
      <dgm:prSet/>
      <dgm:spPr/>
      <dgm:t>
        <a:bodyPr/>
        <a:lstStyle/>
        <a:p>
          <a:pPr>
            <a:defRPr cap="all"/>
          </a:pPr>
          <a:r>
            <a:rPr lang="en-US"/>
            <a:t>- Fast deployment</a:t>
          </a:r>
        </a:p>
      </dgm:t>
    </dgm:pt>
    <dgm:pt modelId="{5C08C836-C135-42F8-ADC5-BD187582C3D2}" type="parTrans" cxnId="{BA4A1A34-24D0-4BCB-B87D-08865A6C84C2}">
      <dgm:prSet/>
      <dgm:spPr/>
      <dgm:t>
        <a:bodyPr/>
        <a:lstStyle/>
        <a:p>
          <a:endParaRPr lang="en-US"/>
        </a:p>
      </dgm:t>
    </dgm:pt>
    <dgm:pt modelId="{FC2AC412-07BD-4CA9-97C2-FE022056CBBC}" type="sibTrans" cxnId="{BA4A1A34-24D0-4BCB-B87D-08865A6C84C2}">
      <dgm:prSet/>
      <dgm:spPr/>
      <dgm:t>
        <a:bodyPr/>
        <a:lstStyle/>
        <a:p>
          <a:endParaRPr lang="en-US"/>
        </a:p>
      </dgm:t>
    </dgm:pt>
    <dgm:pt modelId="{BBE8688C-3E7D-4A29-A523-9ECBBC069FDE}">
      <dgm:prSet/>
      <dgm:spPr/>
      <dgm:t>
        <a:bodyPr/>
        <a:lstStyle/>
        <a:p>
          <a:pPr>
            <a:defRPr cap="all"/>
          </a:pPr>
          <a:r>
            <a:rPr lang="en-US"/>
            <a:t>- Developer-friendly</a:t>
          </a:r>
        </a:p>
      </dgm:t>
    </dgm:pt>
    <dgm:pt modelId="{DEB3BE91-10D3-41EF-A6BE-4AF3631C7585}" type="parTrans" cxnId="{06A36A07-253A-4772-9708-698C3AD4E0E2}">
      <dgm:prSet/>
      <dgm:spPr/>
      <dgm:t>
        <a:bodyPr/>
        <a:lstStyle/>
        <a:p>
          <a:endParaRPr lang="en-US"/>
        </a:p>
      </dgm:t>
    </dgm:pt>
    <dgm:pt modelId="{968B31C2-B4A0-4B04-8741-5B21BBB313B7}" type="sibTrans" cxnId="{06A36A07-253A-4772-9708-698C3AD4E0E2}">
      <dgm:prSet/>
      <dgm:spPr/>
      <dgm:t>
        <a:bodyPr/>
        <a:lstStyle/>
        <a:p>
          <a:endParaRPr lang="en-US"/>
        </a:p>
      </dgm:t>
    </dgm:pt>
    <dgm:pt modelId="{004C1157-B9EE-4F51-9AB0-D669A148EBF2}">
      <dgm:prSet/>
      <dgm:spPr/>
      <dgm:t>
        <a:bodyPr/>
        <a:lstStyle/>
        <a:p>
          <a:pPr>
            <a:defRPr cap="all"/>
          </a:pPr>
          <a:r>
            <a:rPr lang="en-US"/>
            <a:t>- Optional deep control</a:t>
          </a:r>
        </a:p>
      </dgm:t>
    </dgm:pt>
    <dgm:pt modelId="{52A24812-419A-457D-9006-14BA30345AEF}" type="parTrans" cxnId="{066BD084-5509-4B65-85F9-507960DDC891}">
      <dgm:prSet/>
      <dgm:spPr/>
      <dgm:t>
        <a:bodyPr/>
        <a:lstStyle/>
        <a:p>
          <a:endParaRPr lang="en-US"/>
        </a:p>
      </dgm:t>
    </dgm:pt>
    <dgm:pt modelId="{AA019960-2F3A-4508-9AE0-EC957AAF4EFB}" type="sibTrans" cxnId="{066BD084-5509-4B65-85F9-507960DDC891}">
      <dgm:prSet/>
      <dgm:spPr/>
      <dgm:t>
        <a:bodyPr/>
        <a:lstStyle/>
        <a:p>
          <a:endParaRPr lang="en-US"/>
        </a:p>
      </dgm:t>
    </dgm:pt>
    <dgm:pt modelId="{25AF1414-6439-4839-AC40-E471B6866158}">
      <dgm:prSet/>
      <dgm:spPr/>
      <dgm:t>
        <a:bodyPr/>
        <a:lstStyle/>
        <a:p>
          <a:pPr>
            <a:defRPr cap="all"/>
          </a:pPr>
          <a:r>
            <a:rPr lang="en-US"/>
            <a:t>- Great for small/medium apps</a:t>
          </a:r>
        </a:p>
      </dgm:t>
    </dgm:pt>
    <dgm:pt modelId="{4FDFD64F-DDE6-4701-BF66-9C0FF10E2F88}" type="parTrans" cxnId="{90B9EE6B-C44B-4CC1-90F8-1227A07A900B}">
      <dgm:prSet/>
      <dgm:spPr/>
      <dgm:t>
        <a:bodyPr/>
        <a:lstStyle/>
        <a:p>
          <a:endParaRPr lang="en-US"/>
        </a:p>
      </dgm:t>
    </dgm:pt>
    <dgm:pt modelId="{9000E442-54AB-4300-912F-F38161B178F5}" type="sibTrans" cxnId="{90B9EE6B-C44B-4CC1-90F8-1227A07A900B}">
      <dgm:prSet/>
      <dgm:spPr/>
      <dgm:t>
        <a:bodyPr/>
        <a:lstStyle/>
        <a:p>
          <a:endParaRPr lang="en-US"/>
        </a:p>
      </dgm:t>
    </dgm:pt>
    <dgm:pt modelId="{F81B5455-FAD6-4A04-B4AB-D85FE500450A}" type="pres">
      <dgm:prSet presAssocID="{7285951E-F436-4378-BB84-BACE868A3DA6}" presName="root" presStyleCnt="0">
        <dgm:presLayoutVars>
          <dgm:dir/>
          <dgm:resizeHandles val="exact"/>
        </dgm:presLayoutVars>
      </dgm:prSet>
      <dgm:spPr/>
    </dgm:pt>
    <dgm:pt modelId="{CACACBED-301D-4EFE-89AF-33E9F1FB15B6}" type="pres">
      <dgm:prSet presAssocID="{D1D413D3-D3F6-4F26-9CF8-A64E9C937C0F}" presName="compNode" presStyleCnt="0"/>
      <dgm:spPr/>
    </dgm:pt>
    <dgm:pt modelId="{874F17E4-ABAB-4840-8577-9883A59587F8}" type="pres">
      <dgm:prSet presAssocID="{D1D413D3-D3F6-4F26-9CF8-A64E9C937C0F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6B74C1EC-1515-4ADD-8109-7E29A2A3BE9E}" type="pres">
      <dgm:prSet presAssocID="{D1D413D3-D3F6-4F26-9CF8-A64E9C937C0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38410FC3-1456-4425-B0A1-45EBE7F48267}" type="pres">
      <dgm:prSet presAssocID="{D1D413D3-D3F6-4F26-9CF8-A64E9C937C0F}" presName="spaceRect" presStyleCnt="0"/>
      <dgm:spPr/>
    </dgm:pt>
    <dgm:pt modelId="{C8D74C5F-6E4A-45E5-9EC9-E4423762525D}" type="pres">
      <dgm:prSet presAssocID="{D1D413D3-D3F6-4F26-9CF8-A64E9C937C0F}" presName="textRect" presStyleLbl="revTx" presStyleIdx="0" presStyleCnt="4">
        <dgm:presLayoutVars>
          <dgm:chMax val="1"/>
          <dgm:chPref val="1"/>
        </dgm:presLayoutVars>
      </dgm:prSet>
      <dgm:spPr/>
    </dgm:pt>
    <dgm:pt modelId="{508CC31A-844C-4C19-9826-5022A5509146}" type="pres">
      <dgm:prSet presAssocID="{FC2AC412-07BD-4CA9-97C2-FE022056CBBC}" presName="sibTrans" presStyleCnt="0"/>
      <dgm:spPr/>
    </dgm:pt>
    <dgm:pt modelId="{52792DDB-B264-4A21-8538-9B9347DFA94B}" type="pres">
      <dgm:prSet presAssocID="{BBE8688C-3E7D-4A29-A523-9ECBBC069FDE}" presName="compNode" presStyleCnt="0"/>
      <dgm:spPr/>
    </dgm:pt>
    <dgm:pt modelId="{E27BE666-E0CC-4ABB-9215-03490004760F}" type="pres">
      <dgm:prSet presAssocID="{BBE8688C-3E7D-4A29-A523-9ECBBC069FDE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E2E8CAFE-3422-44F4-BFE3-FC88FC37119B}" type="pres">
      <dgm:prSet presAssocID="{BBE8688C-3E7D-4A29-A523-9ECBBC069FD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tist"/>
        </a:ext>
      </dgm:extLst>
    </dgm:pt>
    <dgm:pt modelId="{6D4E2222-BFC1-441B-9C21-CAB2992E5C46}" type="pres">
      <dgm:prSet presAssocID="{BBE8688C-3E7D-4A29-A523-9ECBBC069FDE}" presName="spaceRect" presStyleCnt="0"/>
      <dgm:spPr/>
    </dgm:pt>
    <dgm:pt modelId="{3581CCBC-74C0-4340-A224-3E60436A7046}" type="pres">
      <dgm:prSet presAssocID="{BBE8688C-3E7D-4A29-A523-9ECBBC069FDE}" presName="textRect" presStyleLbl="revTx" presStyleIdx="1" presStyleCnt="4">
        <dgm:presLayoutVars>
          <dgm:chMax val="1"/>
          <dgm:chPref val="1"/>
        </dgm:presLayoutVars>
      </dgm:prSet>
      <dgm:spPr/>
    </dgm:pt>
    <dgm:pt modelId="{D69C2552-3D03-4767-A5FD-E089742B6FC0}" type="pres">
      <dgm:prSet presAssocID="{968B31C2-B4A0-4B04-8741-5B21BBB313B7}" presName="sibTrans" presStyleCnt="0"/>
      <dgm:spPr/>
    </dgm:pt>
    <dgm:pt modelId="{A6A8B2B9-283A-49B5-996B-9EBAEDD9620A}" type="pres">
      <dgm:prSet presAssocID="{004C1157-B9EE-4F51-9AB0-D669A148EBF2}" presName="compNode" presStyleCnt="0"/>
      <dgm:spPr/>
    </dgm:pt>
    <dgm:pt modelId="{EB979579-B052-4386-BA1E-4CC8EA17E0E9}" type="pres">
      <dgm:prSet presAssocID="{004C1157-B9EE-4F51-9AB0-D669A148EBF2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D255B646-16C5-45F5-871D-6A5D9E323148}" type="pres">
      <dgm:prSet presAssocID="{004C1157-B9EE-4F51-9AB0-D669A148EBF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AF032D0B-18F9-45F5-A7ED-E184D0604141}" type="pres">
      <dgm:prSet presAssocID="{004C1157-B9EE-4F51-9AB0-D669A148EBF2}" presName="spaceRect" presStyleCnt="0"/>
      <dgm:spPr/>
    </dgm:pt>
    <dgm:pt modelId="{EA39A844-2843-4F17-8DE1-939A73B597B1}" type="pres">
      <dgm:prSet presAssocID="{004C1157-B9EE-4F51-9AB0-D669A148EBF2}" presName="textRect" presStyleLbl="revTx" presStyleIdx="2" presStyleCnt="4">
        <dgm:presLayoutVars>
          <dgm:chMax val="1"/>
          <dgm:chPref val="1"/>
        </dgm:presLayoutVars>
      </dgm:prSet>
      <dgm:spPr/>
    </dgm:pt>
    <dgm:pt modelId="{53289A02-FE3C-44CF-BF3D-E8281D85D5B3}" type="pres">
      <dgm:prSet presAssocID="{AA019960-2F3A-4508-9AE0-EC957AAF4EFB}" presName="sibTrans" presStyleCnt="0"/>
      <dgm:spPr/>
    </dgm:pt>
    <dgm:pt modelId="{0D0AF825-E848-4037-8B63-D0B24AF33BCF}" type="pres">
      <dgm:prSet presAssocID="{25AF1414-6439-4839-AC40-E471B6866158}" presName="compNode" presStyleCnt="0"/>
      <dgm:spPr/>
    </dgm:pt>
    <dgm:pt modelId="{6CC3490E-B4B5-4391-BDBC-12520708F249}" type="pres">
      <dgm:prSet presAssocID="{25AF1414-6439-4839-AC40-E471B6866158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A0C24C5-32DB-49A6-A973-F7B3E514F4AB}" type="pres">
      <dgm:prSet presAssocID="{25AF1414-6439-4839-AC40-E471B686615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k"/>
        </a:ext>
      </dgm:extLst>
    </dgm:pt>
    <dgm:pt modelId="{7677CCA2-EDA1-44DB-9EF7-365C56396AF9}" type="pres">
      <dgm:prSet presAssocID="{25AF1414-6439-4839-AC40-E471B6866158}" presName="spaceRect" presStyleCnt="0"/>
      <dgm:spPr/>
    </dgm:pt>
    <dgm:pt modelId="{61DCBCCE-A5D7-4E01-9240-465305B9BD12}" type="pres">
      <dgm:prSet presAssocID="{25AF1414-6439-4839-AC40-E471B686615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6A36A07-253A-4772-9708-698C3AD4E0E2}" srcId="{7285951E-F436-4378-BB84-BACE868A3DA6}" destId="{BBE8688C-3E7D-4A29-A523-9ECBBC069FDE}" srcOrd="1" destOrd="0" parTransId="{DEB3BE91-10D3-41EF-A6BE-4AF3631C7585}" sibTransId="{968B31C2-B4A0-4B04-8741-5B21BBB313B7}"/>
    <dgm:cxn modelId="{92F39E2C-0AD6-4452-B2D7-E5DEAA5CE883}" type="presOf" srcId="{7285951E-F436-4378-BB84-BACE868A3DA6}" destId="{F81B5455-FAD6-4A04-B4AB-D85FE500450A}" srcOrd="0" destOrd="0" presId="urn:microsoft.com/office/officeart/2018/5/layout/IconLeafLabelList"/>
    <dgm:cxn modelId="{C7FF4A31-C49F-4617-8FA3-5DC58CC60065}" type="presOf" srcId="{004C1157-B9EE-4F51-9AB0-D669A148EBF2}" destId="{EA39A844-2843-4F17-8DE1-939A73B597B1}" srcOrd="0" destOrd="0" presId="urn:microsoft.com/office/officeart/2018/5/layout/IconLeafLabelList"/>
    <dgm:cxn modelId="{BA4A1A34-24D0-4BCB-B87D-08865A6C84C2}" srcId="{7285951E-F436-4378-BB84-BACE868A3DA6}" destId="{D1D413D3-D3F6-4F26-9CF8-A64E9C937C0F}" srcOrd="0" destOrd="0" parTransId="{5C08C836-C135-42F8-ADC5-BD187582C3D2}" sibTransId="{FC2AC412-07BD-4CA9-97C2-FE022056CBBC}"/>
    <dgm:cxn modelId="{C8068E69-4659-4F72-AA63-79B3B148ACB8}" type="presOf" srcId="{D1D413D3-D3F6-4F26-9CF8-A64E9C937C0F}" destId="{C8D74C5F-6E4A-45E5-9EC9-E4423762525D}" srcOrd="0" destOrd="0" presId="urn:microsoft.com/office/officeart/2018/5/layout/IconLeafLabelList"/>
    <dgm:cxn modelId="{90B9EE6B-C44B-4CC1-90F8-1227A07A900B}" srcId="{7285951E-F436-4378-BB84-BACE868A3DA6}" destId="{25AF1414-6439-4839-AC40-E471B6866158}" srcOrd="3" destOrd="0" parTransId="{4FDFD64F-DDE6-4701-BF66-9C0FF10E2F88}" sibTransId="{9000E442-54AB-4300-912F-F38161B178F5}"/>
    <dgm:cxn modelId="{066BD084-5509-4B65-85F9-507960DDC891}" srcId="{7285951E-F436-4378-BB84-BACE868A3DA6}" destId="{004C1157-B9EE-4F51-9AB0-D669A148EBF2}" srcOrd="2" destOrd="0" parTransId="{52A24812-419A-457D-9006-14BA30345AEF}" sibTransId="{AA019960-2F3A-4508-9AE0-EC957AAF4EFB}"/>
    <dgm:cxn modelId="{D7E7EA97-6340-4C1B-B4E8-AE89BD43767E}" type="presOf" srcId="{BBE8688C-3E7D-4A29-A523-9ECBBC069FDE}" destId="{3581CCBC-74C0-4340-A224-3E60436A7046}" srcOrd="0" destOrd="0" presId="urn:microsoft.com/office/officeart/2018/5/layout/IconLeafLabelList"/>
    <dgm:cxn modelId="{980789E8-5BF1-4FD9-8421-9B29A03D5AC9}" type="presOf" srcId="{25AF1414-6439-4839-AC40-E471B6866158}" destId="{61DCBCCE-A5D7-4E01-9240-465305B9BD12}" srcOrd="0" destOrd="0" presId="urn:microsoft.com/office/officeart/2018/5/layout/IconLeafLabelList"/>
    <dgm:cxn modelId="{51C7C7AC-AA3A-4C80-8E8D-C9D265DF0043}" type="presParOf" srcId="{F81B5455-FAD6-4A04-B4AB-D85FE500450A}" destId="{CACACBED-301D-4EFE-89AF-33E9F1FB15B6}" srcOrd="0" destOrd="0" presId="urn:microsoft.com/office/officeart/2018/5/layout/IconLeafLabelList"/>
    <dgm:cxn modelId="{4D069FF6-981D-4956-B247-63C7166A45E0}" type="presParOf" srcId="{CACACBED-301D-4EFE-89AF-33E9F1FB15B6}" destId="{874F17E4-ABAB-4840-8577-9883A59587F8}" srcOrd="0" destOrd="0" presId="urn:microsoft.com/office/officeart/2018/5/layout/IconLeafLabelList"/>
    <dgm:cxn modelId="{14034722-51D6-47A9-B4FE-6A81CEB0EE0F}" type="presParOf" srcId="{CACACBED-301D-4EFE-89AF-33E9F1FB15B6}" destId="{6B74C1EC-1515-4ADD-8109-7E29A2A3BE9E}" srcOrd="1" destOrd="0" presId="urn:microsoft.com/office/officeart/2018/5/layout/IconLeafLabelList"/>
    <dgm:cxn modelId="{3B6FBD71-E5FC-4B6C-A603-40B35CACA070}" type="presParOf" srcId="{CACACBED-301D-4EFE-89AF-33E9F1FB15B6}" destId="{38410FC3-1456-4425-B0A1-45EBE7F48267}" srcOrd="2" destOrd="0" presId="urn:microsoft.com/office/officeart/2018/5/layout/IconLeafLabelList"/>
    <dgm:cxn modelId="{B153EA34-77F5-48F7-9A12-BEC04750235C}" type="presParOf" srcId="{CACACBED-301D-4EFE-89AF-33E9F1FB15B6}" destId="{C8D74C5F-6E4A-45E5-9EC9-E4423762525D}" srcOrd="3" destOrd="0" presId="urn:microsoft.com/office/officeart/2018/5/layout/IconLeafLabelList"/>
    <dgm:cxn modelId="{AC069249-C907-4E09-B708-6283CE4F6432}" type="presParOf" srcId="{F81B5455-FAD6-4A04-B4AB-D85FE500450A}" destId="{508CC31A-844C-4C19-9826-5022A5509146}" srcOrd="1" destOrd="0" presId="urn:microsoft.com/office/officeart/2018/5/layout/IconLeafLabelList"/>
    <dgm:cxn modelId="{B58A4CF5-FE74-4BB7-9BC8-D2262F8241B8}" type="presParOf" srcId="{F81B5455-FAD6-4A04-B4AB-D85FE500450A}" destId="{52792DDB-B264-4A21-8538-9B9347DFA94B}" srcOrd="2" destOrd="0" presId="urn:microsoft.com/office/officeart/2018/5/layout/IconLeafLabelList"/>
    <dgm:cxn modelId="{4E48F439-A5B1-426F-8A9B-8FE5401AD397}" type="presParOf" srcId="{52792DDB-B264-4A21-8538-9B9347DFA94B}" destId="{E27BE666-E0CC-4ABB-9215-03490004760F}" srcOrd="0" destOrd="0" presId="urn:microsoft.com/office/officeart/2018/5/layout/IconLeafLabelList"/>
    <dgm:cxn modelId="{F8A53256-206F-49BD-9568-8A8111B75803}" type="presParOf" srcId="{52792DDB-B264-4A21-8538-9B9347DFA94B}" destId="{E2E8CAFE-3422-44F4-BFE3-FC88FC37119B}" srcOrd="1" destOrd="0" presId="urn:microsoft.com/office/officeart/2018/5/layout/IconLeafLabelList"/>
    <dgm:cxn modelId="{2A9BB394-8766-4239-B261-ADD6B5511784}" type="presParOf" srcId="{52792DDB-B264-4A21-8538-9B9347DFA94B}" destId="{6D4E2222-BFC1-441B-9C21-CAB2992E5C46}" srcOrd="2" destOrd="0" presId="urn:microsoft.com/office/officeart/2018/5/layout/IconLeafLabelList"/>
    <dgm:cxn modelId="{CC901A37-4A84-468F-89FD-6C37821BA12A}" type="presParOf" srcId="{52792DDB-B264-4A21-8538-9B9347DFA94B}" destId="{3581CCBC-74C0-4340-A224-3E60436A7046}" srcOrd="3" destOrd="0" presId="urn:microsoft.com/office/officeart/2018/5/layout/IconLeafLabelList"/>
    <dgm:cxn modelId="{DA5AB196-1602-4E4E-9727-EF98DD64E11F}" type="presParOf" srcId="{F81B5455-FAD6-4A04-B4AB-D85FE500450A}" destId="{D69C2552-3D03-4767-A5FD-E089742B6FC0}" srcOrd="3" destOrd="0" presId="urn:microsoft.com/office/officeart/2018/5/layout/IconLeafLabelList"/>
    <dgm:cxn modelId="{E6C4F898-EF72-490C-B325-ABBB8BB6BD51}" type="presParOf" srcId="{F81B5455-FAD6-4A04-B4AB-D85FE500450A}" destId="{A6A8B2B9-283A-49B5-996B-9EBAEDD9620A}" srcOrd="4" destOrd="0" presId="urn:microsoft.com/office/officeart/2018/5/layout/IconLeafLabelList"/>
    <dgm:cxn modelId="{B3CB478F-CB31-4D99-B0B2-0A4C885DA03D}" type="presParOf" srcId="{A6A8B2B9-283A-49B5-996B-9EBAEDD9620A}" destId="{EB979579-B052-4386-BA1E-4CC8EA17E0E9}" srcOrd="0" destOrd="0" presId="urn:microsoft.com/office/officeart/2018/5/layout/IconLeafLabelList"/>
    <dgm:cxn modelId="{C81B8F6A-5A51-4918-A10A-474E02646CF3}" type="presParOf" srcId="{A6A8B2B9-283A-49B5-996B-9EBAEDD9620A}" destId="{D255B646-16C5-45F5-871D-6A5D9E323148}" srcOrd="1" destOrd="0" presId="urn:microsoft.com/office/officeart/2018/5/layout/IconLeafLabelList"/>
    <dgm:cxn modelId="{C2E5159F-600F-4275-BDA1-578D2462D2E5}" type="presParOf" srcId="{A6A8B2B9-283A-49B5-996B-9EBAEDD9620A}" destId="{AF032D0B-18F9-45F5-A7ED-E184D0604141}" srcOrd="2" destOrd="0" presId="urn:microsoft.com/office/officeart/2018/5/layout/IconLeafLabelList"/>
    <dgm:cxn modelId="{13CFC05A-E342-479A-A362-1A6B24008940}" type="presParOf" srcId="{A6A8B2B9-283A-49B5-996B-9EBAEDD9620A}" destId="{EA39A844-2843-4F17-8DE1-939A73B597B1}" srcOrd="3" destOrd="0" presId="urn:microsoft.com/office/officeart/2018/5/layout/IconLeafLabelList"/>
    <dgm:cxn modelId="{D782AB07-55C6-470B-A792-78C395E69387}" type="presParOf" srcId="{F81B5455-FAD6-4A04-B4AB-D85FE500450A}" destId="{53289A02-FE3C-44CF-BF3D-E8281D85D5B3}" srcOrd="5" destOrd="0" presId="urn:microsoft.com/office/officeart/2018/5/layout/IconLeafLabelList"/>
    <dgm:cxn modelId="{20CF1D84-87EC-4391-B62B-73B8D171A4F2}" type="presParOf" srcId="{F81B5455-FAD6-4A04-B4AB-D85FE500450A}" destId="{0D0AF825-E848-4037-8B63-D0B24AF33BCF}" srcOrd="6" destOrd="0" presId="urn:microsoft.com/office/officeart/2018/5/layout/IconLeafLabelList"/>
    <dgm:cxn modelId="{753D86A0-CE85-4A0E-B247-716A89FB3AEC}" type="presParOf" srcId="{0D0AF825-E848-4037-8B63-D0B24AF33BCF}" destId="{6CC3490E-B4B5-4391-BDBC-12520708F249}" srcOrd="0" destOrd="0" presId="urn:microsoft.com/office/officeart/2018/5/layout/IconLeafLabelList"/>
    <dgm:cxn modelId="{10415DE6-9B2E-4533-BCF9-2B6E608C9D7B}" type="presParOf" srcId="{0D0AF825-E848-4037-8B63-D0B24AF33BCF}" destId="{4A0C24C5-32DB-49A6-A973-F7B3E514F4AB}" srcOrd="1" destOrd="0" presId="urn:microsoft.com/office/officeart/2018/5/layout/IconLeafLabelList"/>
    <dgm:cxn modelId="{48BF443D-30C1-48A8-AE87-39204391C7C5}" type="presParOf" srcId="{0D0AF825-E848-4037-8B63-D0B24AF33BCF}" destId="{7677CCA2-EDA1-44DB-9EF7-365C56396AF9}" srcOrd="2" destOrd="0" presId="urn:microsoft.com/office/officeart/2018/5/layout/IconLeafLabelList"/>
    <dgm:cxn modelId="{D4020682-CAB7-426E-A7A7-EA42E8F3E739}" type="presParOf" srcId="{0D0AF825-E848-4037-8B63-D0B24AF33BCF}" destId="{61DCBCCE-A5D7-4E01-9240-465305B9BD12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0D55D0A-BB35-4F2E-8E49-2CC75CFFE79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81970799-5CE7-4173-8C9E-9F55C8655B11}">
      <dgm:prSet/>
      <dgm:spPr/>
      <dgm:t>
        <a:bodyPr/>
        <a:lstStyle/>
        <a:p>
          <a:r>
            <a:rPr lang="en-US"/>
            <a:t>- Startups web apps</a:t>
          </a:r>
        </a:p>
      </dgm:t>
    </dgm:pt>
    <dgm:pt modelId="{A21C67D8-9DD4-4DA4-8B01-9CF1950EB954}" type="parTrans" cxnId="{E0073CC8-191E-44F5-ABD6-9318152047B0}">
      <dgm:prSet/>
      <dgm:spPr/>
      <dgm:t>
        <a:bodyPr/>
        <a:lstStyle/>
        <a:p>
          <a:endParaRPr lang="en-US"/>
        </a:p>
      </dgm:t>
    </dgm:pt>
    <dgm:pt modelId="{DF726BA6-6066-4ACB-B6BF-4F87D546E7B9}" type="sibTrans" cxnId="{E0073CC8-191E-44F5-ABD6-9318152047B0}">
      <dgm:prSet/>
      <dgm:spPr/>
      <dgm:t>
        <a:bodyPr/>
        <a:lstStyle/>
        <a:p>
          <a:endParaRPr lang="en-US"/>
        </a:p>
      </dgm:t>
    </dgm:pt>
    <dgm:pt modelId="{004CDFD2-3295-4F69-8289-AE4983875D2D}">
      <dgm:prSet/>
      <dgm:spPr/>
      <dgm:t>
        <a:bodyPr/>
        <a:lstStyle/>
        <a:p>
          <a:r>
            <a:rPr lang="en-US"/>
            <a:t>- Developer teams</a:t>
          </a:r>
        </a:p>
      </dgm:t>
    </dgm:pt>
    <dgm:pt modelId="{20A859B5-B228-4CD3-A993-97B239DF01DF}" type="parTrans" cxnId="{F65F709E-CCEB-4947-90AF-BDBCDE1A7C59}">
      <dgm:prSet/>
      <dgm:spPr/>
      <dgm:t>
        <a:bodyPr/>
        <a:lstStyle/>
        <a:p>
          <a:endParaRPr lang="en-US"/>
        </a:p>
      </dgm:t>
    </dgm:pt>
    <dgm:pt modelId="{5B6375DB-BF98-41C5-80B7-25A277162570}" type="sibTrans" cxnId="{F65F709E-CCEB-4947-90AF-BDBCDE1A7C59}">
      <dgm:prSet/>
      <dgm:spPr/>
      <dgm:t>
        <a:bodyPr/>
        <a:lstStyle/>
        <a:p>
          <a:endParaRPr lang="en-US"/>
        </a:p>
      </dgm:t>
    </dgm:pt>
    <dgm:pt modelId="{37A498DB-0397-4F75-AE99-90B08D10673B}">
      <dgm:prSet/>
      <dgm:spPr/>
      <dgm:t>
        <a:bodyPr/>
        <a:lstStyle/>
        <a:p>
          <a:r>
            <a:rPr lang="en-US"/>
            <a:t>- Educational projects</a:t>
          </a:r>
        </a:p>
      </dgm:t>
    </dgm:pt>
    <dgm:pt modelId="{608BC589-6A5E-417C-AB16-55B70F3E552B}" type="parTrans" cxnId="{3601240E-21F2-4715-99EA-47DB7CB6931D}">
      <dgm:prSet/>
      <dgm:spPr/>
      <dgm:t>
        <a:bodyPr/>
        <a:lstStyle/>
        <a:p>
          <a:endParaRPr lang="en-US"/>
        </a:p>
      </dgm:t>
    </dgm:pt>
    <dgm:pt modelId="{15C93641-A385-4DD5-B7A9-E1C64BABD361}" type="sibTrans" cxnId="{3601240E-21F2-4715-99EA-47DB7CB6931D}">
      <dgm:prSet/>
      <dgm:spPr/>
      <dgm:t>
        <a:bodyPr/>
        <a:lstStyle/>
        <a:p>
          <a:endParaRPr lang="en-US"/>
        </a:p>
      </dgm:t>
    </dgm:pt>
    <dgm:pt modelId="{9AFAC8B5-CC9D-48AF-90DA-2DA864A84791}">
      <dgm:prSet/>
      <dgm:spPr/>
      <dgm:t>
        <a:bodyPr/>
        <a:lstStyle/>
        <a:p>
          <a:r>
            <a:rPr lang="en-US"/>
            <a:t>- Internal enterprise apps</a:t>
          </a:r>
        </a:p>
      </dgm:t>
    </dgm:pt>
    <dgm:pt modelId="{5D04AF55-EFEB-4F2C-8A24-09CA9DF42252}" type="parTrans" cxnId="{F5164CDB-7F82-4B18-8713-0460E5EC522C}">
      <dgm:prSet/>
      <dgm:spPr/>
      <dgm:t>
        <a:bodyPr/>
        <a:lstStyle/>
        <a:p>
          <a:endParaRPr lang="en-US"/>
        </a:p>
      </dgm:t>
    </dgm:pt>
    <dgm:pt modelId="{B7A36DF6-90A4-4BDA-BD26-3B47E57E346A}" type="sibTrans" cxnId="{F5164CDB-7F82-4B18-8713-0460E5EC522C}">
      <dgm:prSet/>
      <dgm:spPr/>
      <dgm:t>
        <a:bodyPr/>
        <a:lstStyle/>
        <a:p>
          <a:endParaRPr lang="en-US"/>
        </a:p>
      </dgm:t>
    </dgm:pt>
    <dgm:pt modelId="{E2DD939D-E690-40C6-8FD9-FF60EB3D2BE8}" type="pres">
      <dgm:prSet presAssocID="{40D55D0A-BB35-4F2E-8E49-2CC75CFFE798}" presName="root" presStyleCnt="0">
        <dgm:presLayoutVars>
          <dgm:dir/>
          <dgm:resizeHandles val="exact"/>
        </dgm:presLayoutVars>
      </dgm:prSet>
      <dgm:spPr/>
    </dgm:pt>
    <dgm:pt modelId="{4424CEF7-5DF9-443B-B8D1-220EE69B7CFC}" type="pres">
      <dgm:prSet presAssocID="{81970799-5CE7-4173-8C9E-9F55C8655B11}" presName="compNode" presStyleCnt="0"/>
      <dgm:spPr/>
    </dgm:pt>
    <dgm:pt modelId="{2CBFEFD7-088F-49A2-9B59-55AB8B4A5339}" type="pres">
      <dgm:prSet presAssocID="{81970799-5CE7-4173-8C9E-9F55C8655B1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80B2511D-EB17-418E-8F96-93A3BC04AE75}" type="pres">
      <dgm:prSet presAssocID="{81970799-5CE7-4173-8C9E-9F55C8655B11}" presName="spaceRect" presStyleCnt="0"/>
      <dgm:spPr/>
    </dgm:pt>
    <dgm:pt modelId="{BA21E783-8C41-4214-827A-B525DF3C91BB}" type="pres">
      <dgm:prSet presAssocID="{81970799-5CE7-4173-8C9E-9F55C8655B11}" presName="textRect" presStyleLbl="revTx" presStyleIdx="0" presStyleCnt="4">
        <dgm:presLayoutVars>
          <dgm:chMax val="1"/>
          <dgm:chPref val="1"/>
        </dgm:presLayoutVars>
      </dgm:prSet>
      <dgm:spPr/>
    </dgm:pt>
    <dgm:pt modelId="{A9612CDC-4D9F-419B-87FF-B27E2CBA4F52}" type="pres">
      <dgm:prSet presAssocID="{DF726BA6-6066-4ACB-B6BF-4F87D546E7B9}" presName="sibTrans" presStyleCnt="0"/>
      <dgm:spPr/>
    </dgm:pt>
    <dgm:pt modelId="{C08635B1-FE9C-4AB6-A194-734649063AFB}" type="pres">
      <dgm:prSet presAssocID="{004CDFD2-3295-4F69-8289-AE4983875D2D}" presName="compNode" presStyleCnt="0"/>
      <dgm:spPr/>
    </dgm:pt>
    <dgm:pt modelId="{E1CF11E0-CD6A-4ADB-A81F-B29526E09BBC}" type="pres">
      <dgm:prSet presAssocID="{004CDFD2-3295-4F69-8289-AE4983875D2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BD4706C4-C628-4410-96DC-E2C0DF130D58}" type="pres">
      <dgm:prSet presAssocID="{004CDFD2-3295-4F69-8289-AE4983875D2D}" presName="spaceRect" presStyleCnt="0"/>
      <dgm:spPr/>
    </dgm:pt>
    <dgm:pt modelId="{C9A697D4-C5A6-476F-9AE0-5CEF04BEA605}" type="pres">
      <dgm:prSet presAssocID="{004CDFD2-3295-4F69-8289-AE4983875D2D}" presName="textRect" presStyleLbl="revTx" presStyleIdx="1" presStyleCnt="4">
        <dgm:presLayoutVars>
          <dgm:chMax val="1"/>
          <dgm:chPref val="1"/>
        </dgm:presLayoutVars>
      </dgm:prSet>
      <dgm:spPr/>
    </dgm:pt>
    <dgm:pt modelId="{E1427F2A-34F1-42A6-B89D-85DA204CAF86}" type="pres">
      <dgm:prSet presAssocID="{5B6375DB-BF98-41C5-80B7-25A277162570}" presName="sibTrans" presStyleCnt="0"/>
      <dgm:spPr/>
    </dgm:pt>
    <dgm:pt modelId="{09C10460-CFD0-49CC-B38D-5A3D663B4CDD}" type="pres">
      <dgm:prSet presAssocID="{37A498DB-0397-4F75-AE99-90B08D10673B}" presName="compNode" presStyleCnt="0"/>
      <dgm:spPr/>
    </dgm:pt>
    <dgm:pt modelId="{E2A36FC6-6A53-44C5-A649-533EDC48D77D}" type="pres">
      <dgm:prSet presAssocID="{37A498DB-0397-4F75-AE99-90B08D10673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hoolhouse"/>
        </a:ext>
      </dgm:extLst>
    </dgm:pt>
    <dgm:pt modelId="{E000FD3D-27F1-46C2-9DF2-2F155311464D}" type="pres">
      <dgm:prSet presAssocID="{37A498DB-0397-4F75-AE99-90B08D10673B}" presName="spaceRect" presStyleCnt="0"/>
      <dgm:spPr/>
    </dgm:pt>
    <dgm:pt modelId="{1EE11062-2C3E-44EC-A62A-A794AC7CCA87}" type="pres">
      <dgm:prSet presAssocID="{37A498DB-0397-4F75-AE99-90B08D10673B}" presName="textRect" presStyleLbl="revTx" presStyleIdx="2" presStyleCnt="4">
        <dgm:presLayoutVars>
          <dgm:chMax val="1"/>
          <dgm:chPref val="1"/>
        </dgm:presLayoutVars>
      </dgm:prSet>
      <dgm:spPr/>
    </dgm:pt>
    <dgm:pt modelId="{D8F82B24-A7F0-4E9A-B987-82431513EF48}" type="pres">
      <dgm:prSet presAssocID="{15C93641-A385-4DD5-B7A9-E1C64BABD361}" presName="sibTrans" presStyleCnt="0"/>
      <dgm:spPr/>
    </dgm:pt>
    <dgm:pt modelId="{60F3E247-13DC-4081-8152-6E4699CF15D0}" type="pres">
      <dgm:prSet presAssocID="{9AFAC8B5-CC9D-48AF-90DA-2DA864A84791}" presName="compNode" presStyleCnt="0"/>
      <dgm:spPr/>
    </dgm:pt>
    <dgm:pt modelId="{3AD189B0-28DE-4C6C-99C0-502D81A1BF21}" type="pres">
      <dgm:prSet presAssocID="{9AFAC8B5-CC9D-48AF-90DA-2DA864A8479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D684EC88-C842-41E2-B64D-74EBB75D5652}" type="pres">
      <dgm:prSet presAssocID="{9AFAC8B5-CC9D-48AF-90DA-2DA864A84791}" presName="spaceRect" presStyleCnt="0"/>
      <dgm:spPr/>
    </dgm:pt>
    <dgm:pt modelId="{2C4A960E-F24C-4A62-9168-45806C70B430}" type="pres">
      <dgm:prSet presAssocID="{9AFAC8B5-CC9D-48AF-90DA-2DA864A8479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601240E-21F2-4715-99EA-47DB7CB6931D}" srcId="{40D55D0A-BB35-4F2E-8E49-2CC75CFFE798}" destId="{37A498DB-0397-4F75-AE99-90B08D10673B}" srcOrd="2" destOrd="0" parTransId="{608BC589-6A5E-417C-AB16-55B70F3E552B}" sibTransId="{15C93641-A385-4DD5-B7A9-E1C64BABD361}"/>
    <dgm:cxn modelId="{3BF8DF63-F646-4D3F-87DD-4A24F79AF682}" type="presOf" srcId="{40D55D0A-BB35-4F2E-8E49-2CC75CFFE798}" destId="{E2DD939D-E690-40C6-8FD9-FF60EB3D2BE8}" srcOrd="0" destOrd="0" presId="urn:microsoft.com/office/officeart/2018/2/layout/IconLabelList"/>
    <dgm:cxn modelId="{96E7328B-EAE2-4403-AEB8-11A9623D0E55}" type="presOf" srcId="{9AFAC8B5-CC9D-48AF-90DA-2DA864A84791}" destId="{2C4A960E-F24C-4A62-9168-45806C70B430}" srcOrd="0" destOrd="0" presId="urn:microsoft.com/office/officeart/2018/2/layout/IconLabelList"/>
    <dgm:cxn modelId="{F65F709E-CCEB-4947-90AF-BDBCDE1A7C59}" srcId="{40D55D0A-BB35-4F2E-8E49-2CC75CFFE798}" destId="{004CDFD2-3295-4F69-8289-AE4983875D2D}" srcOrd="1" destOrd="0" parTransId="{20A859B5-B228-4CD3-A993-97B239DF01DF}" sibTransId="{5B6375DB-BF98-41C5-80B7-25A277162570}"/>
    <dgm:cxn modelId="{D55EE6BC-58C7-4D92-AE1C-826F9D69F513}" type="presOf" srcId="{81970799-5CE7-4173-8C9E-9F55C8655B11}" destId="{BA21E783-8C41-4214-827A-B525DF3C91BB}" srcOrd="0" destOrd="0" presId="urn:microsoft.com/office/officeart/2018/2/layout/IconLabelList"/>
    <dgm:cxn modelId="{E0073CC8-191E-44F5-ABD6-9318152047B0}" srcId="{40D55D0A-BB35-4F2E-8E49-2CC75CFFE798}" destId="{81970799-5CE7-4173-8C9E-9F55C8655B11}" srcOrd="0" destOrd="0" parTransId="{A21C67D8-9DD4-4DA4-8B01-9CF1950EB954}" sibTransId="{DF726BA6-6066-4ACB-B6BF-4F87D546E7B9}"/>
    <dgm:cxn modelId="{AC5A98CB-C8C2-4999-ACD5-6CD233C83CA9}" type="presOf" srcId="{004CDFD2-3295-4F69-8289-AE4983875D2D}" destId="{C9A697D4-C5A6-476F-9AE0-5CEF04BEA605}" srcOrd="0" destOrd="0" presId="urn:microsoft.com/office/officeart/2018/2/layout/IconLabelList"/>
    <dgm:cxn modelId="{F5164CDB-7F82-4B18-8713-0460E5EC522C}" srcId="{40D55D0A-BB35-4F2E-8E49-2CC75CFFE798}" destId="{9AFAC8B5-CC9D-48AF-90DA-2DA864A84791}" srcOrd="3" destOrd="0" parTransId="{5D04AF55-EFEB-4F2C-8A24-09CA9DF42252}" sibTransId="{B7A36DF6-90A4-4BDA-BD26-3B47E57E346A}"/>
    <dgm:cxn modelId="{B4C788DD-BD49-4768-93A7-57C902CADF9E}" type="presOf" srcId="{37A498DB-0397-4F75-AE99-90B08D10673B}" destId="{1EE11062-2C3E-44EC-A62A-A794AC7CCA87}" srcOrd="0" destOrd="0" presId="urn:microsoft.com/office/officeart/2018/2/layout/IconLabelList"/>
    <dgm:cxn modelId="{A0813501-DF3A-4753-B609-0905C10AAFFF}" type="presParOf" srcId="{E2DD939D-E690-40C6-8FD9-FF60EB3D2BE8}" destId="{4424CEF7-5DF9-443B-B8D1-220EE69B7CFC}" srcOrd="0" destOrd="0" presId="urn:microsoft.com/office/officeart/2018/2/layout/IconLabelList"/>
    <dgm:cxn modelId="{A1813E3F-DD25-4744-9DBB-71040C0A1FBC}" type="presParOf" srcId="{4424CEF7-5DF9-443B-B8D1-220EE69B7CFC}" destId="{2CBFEFD7-088F-49A2-9B59-55AB8B4A5339}" srcOrd="0" destOrd="0" presId="urn:microsoft.com/office/officeart/2018/2/layout/IconLabelList"/>
    <dgm:cxn modelId="{3E2B78D2-0E5D-4B8B-8062-B9EBE6B38B17}" type="presParOf" srcId="{4424CEF7-5DF9-443B-B8D1-220EE69B7CFC}" destId="{80B2511D-EB17-418E-8F96-93A3BC04AE75}" srcOrd="1" destOrd="0" presId="urn:microsoft.com/office/officeart/2018/2/layout/IconLabelList"/>
    <dgm:cxn modelId="{A9CAE861-F316-4D8E-90F9-1BC43A5B81E9}" type="presParOf" srcId="{4424CEF7-5DF9-443B-B8D1-220EE69B7CFC}" destId="{BA21E783-8C41-4214-827A-B525DF3C91BB}" srcOrd="2" destOrd="0" presId="urn:microsoft.com/office/officeart/2018/2/layout/IconLabelList"/>
    <dgm:cxn modelId="{BD407A3E-CA06-4E0E-8A22-E1CECD30D443}" type="presParOf" srcId="{E2DD939D-E690-40C6-8FD9-FF60EB3D2BE8}" destId="{A9612CDC-4D9F-419B-87FF-B27E2CBA4F52}" srcOrd="1" destOrd="0" presId="urn:microsoft.com/office/officeart/2018/2/layout/IconLabelList"/>
    <dgm:cxn modelId="{FB69CAE6-42BE-439F-944C-8A86F4C04719}" type="presParOf" srcId="{E2DD939D-E690-40C6-8FD9-FF60EB3D2BE8}" destId="{C08635B1-FE9C-4AB6-A194-734649063AFB}" srcOrd="2" destOrd="0" presId="urn:microsoft.com/office/officeart/2018/2/layout/IconLabelList"/>
    <dgm:cxn modelId="{8B844450-73BA-4484-91F0-2F90A0F248E5}" type="presParOf" srcId="{C08635B1-FE9C-4AB6-A194-734649063AFB}" destId="{E1CF11E0-CD6A-4ADB-A81F-B29526E09BBC}" srcOrd="0" destOrd="0" presId="urn:microsoft.com/office/officeart/2018/2/layout/IconLabelList"/>
    <dgm:cxn modelId="{6D956E5D-56B1-4F7B-A8CA-B50AD94975EA}" type="presParOf" srcId="{C08635B1-FE9C-4AB6-A194-734649063AFB}" destId="{BD4706C4-C628-4410-96DC-E2C0DF130D58}" srcOrd="1" destOrd="0" presId="urn:microsoft.com/office/officeart/2018/2/layout/IconLabelList"/>
    <dgm:cxn modelId="{1F21ED50-A55F-4CA7-9665-D661ED0A4BB9}" type="presParOf" srcId="{C08635B1-FE9C-4AB6-A194-734649063AFB}" destId="{C9A697D4-C5A6-476F-9AE0-5CEF04BEA605}" srcOrd="2" destOrd="0" presId="urn:microsoft.com/office/officeart/2018/2/layout/IconLabelList"/>
    <dgm:cxn modelId="{459D0F0B-03E6-494C-A626-FB3CFE74479E}" type="presParOf" srcId="{E2DD939D-E690-40C6-8FD9-FF60EB3D2BE8}" destId="{E1427F2A-34F1-42A6-B89D-85DA204CAF86}" srcOrd="3" destOrd="0" presId="urn:microsoft.com/office/officeart/2018/2/layout/IconLabelList"/>
    <dgm:cxn modelId="{DB07243C-54D2-45FF-B7B4-BA2139A49EF3}" type="presParOf" srcId="{E2DD939D-E690-40C6-8FD9-FF60EB3D2BE8}" destId="{09C10460-CFD0-49CC-B38D-5A3D663B4CDD}" srcOrd="4" destOrd="0" presId="urn:microsoft.com/office/officeart/2018/2/layout/IconLabelList"/>
    <dgm:cxn modelId="{9FB0C400-72A6-43A8-95E7-24F3235A35A6}" type="presParOf" srcId="{09C10460-CFD0-49CC-B38D-5A3D663B4CDD}" destId="{E2A36FC6-6A53-44C5-A649-533EDC48D77D}" srcOrd="0" destOrd="0" presId="urn:microsoft.com/office/officeart/2018/2/layout/IconLabelList"/>
    <dgm:cxn modelId="{B2152A3A-E619-4B3A-AD2E-ADA9F0D1AC6A}" type="presParOf" srcId="{09C10460-CFD0-49CC-B38D-5A3D663B4CDD}" destId="{E000FD3D-27F1-46C2-9DF2-2F155311464D}" srcOrd="1" destOrd="0" presId="urn:microsoft.com/office/officeart/2018/2/layout/IconLabelList"/>
    <dgm:cxn modelId="{C1CBF344-FAFC-445B-8C08-EF9763E6D293}" type="presParOf" srcId="{09C10460-CFD0-49CC-B38D-5A3D663B4CDD}" destId="{1EE11062-2C3E-44EC-A62A-A794AC7CCA87}" srcOrd="2" destOrd="0" presId="urn:microsoft.com/office/officeart/2018/2/layout/IconLabelList"/>
    <dgm:cxn modelId="{F3C838FE-4DCB-44FE-8A0F-D45FCEF7B616}" type="presParOf" srcId="{E2DD939D-E690-40C6-8FD9-FF60EB3D2BE8}" destId="{D8F82B24-A7F0-4E9A-B987-82431513EF48}" srcOrd="5" destOrd="0" presId="urn:microsoft.com/office/officeart/2018/2/layout/IconLabelList"/>
    <dgm:cxn modelId="{1772714F-FE6D-418E-8054-6F94BD907A0F}" type="presParOf" srcId="{E2DD939D-E690-40C6-8FD9-FF60EB3D2BE8}" destId="{60F3E247-13DC-4081-8152-6E4699CF15D0}" srcOrd="6" destOrd="0" presId="urn:microsoft.com/office/officeart/2018/2/layout/IconLabelList"/>
    <dgm:cxn modelId="{A13FE752-E266-4BBA-978B-28575767F46F}" type="presParOf" srcId="{60F3E247-13DC-4081-8152-6E4699CF15D0}" destId="{3AD189B0-28DE-4C6C-99C0-502D81A1BF21}" srcOrd="0" destOrd="0" presId="urn:microsoft.com/office/officeart/2018/2/layout/IconLabelList"/>
    <dgm:cxn modelId="{841C8D86-3D55-4CCF-A957-EFCCA80CD1DE}" type="presParOf" srcId="{60F3E247-13DC-4081-8152-6E4699CF15D0}" destId="{D684EC88-C842-41E2-B64D-74EBB75D5652}" srcOrd="1" destOrd="0" presId="urn:microsoft.com/office/officeart/2018/2/layout/IconLabelList"/>
    <dgm:cxn modelId="{590448FB-96BC-4A30-B6D5-0101593415B7}" type="presParOf" srcId="{60F3E247-13DC-4081-8152-6E4699CF15D0}" destId="{2C4A960E-F24C-4A62-9168-45806C70B43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3A6C74E-857F-4898-8DCD-B15C82F42BB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461C9CA8-F68C-4C93-9743-1936EC064A36}">
      <dgm:prSet/>
      <dgm:spPr/>
      <dgm:t>
        <a:bodyPr/>
        <a:lstStyle/>
        <a:p>
          <a:r>
            <a:rPr lang="en-US"/>
            <a:t>- Not ideal for complex microservices</a:t>
          </a:r>
        </a:p>
      </dgm:t>
    </dgm:pt>
    <dgm:pt modelId="{82F2F4AD-E993-4A45-98BD-00784E6D3ECC}" type="parTrans" cxnId="{E77DC705-F94C-4C2A-97C4-03672E09F94B}">
      <dgm:prSet/>
      <dgm:spPr/>
      <dgm:t>
        <a:bodyPr/>
        <a:lstStyle/>
        <a:p>
          <a:endParaRPr lang="en-US"/>
        </a:p>
      </dgm:t>
    </dgm:pt>
    <dgm:pt modelId="{90000687-1237-4452-A9B6-FD12624BAF59}" type="sibTrans" cxnId="{E77DC705-F94C-4C2A-97C4-03672E09F94B}">
      <dgm:prSet/>
      <dgm:spPr/>
      <dgm:t>
        <a:bodyPr/>
        <a:lstStyle/>
        <a:p>
          <a:endParaRPr lang="en-US"/>
        </a:p>
      </dgm:t>
    </dgm:pt>
    <dgm:pt modelId="{A3BCB0DE-5C4D-49FC-9DD2-E0F276B98D7E}">
      <dgm:prSet/>
      <dgm:spPr/>
      <dgm:t>
        <a:bodyPr/>
        <a:lstStyle/>
        <a:p>
          <a:r>
            <a:rPr lang="en-US"/>
            <a:t>- Limited deep infra control</a:t>
          </a:r>
        </a:p>
      </dgm:t>
    </dgm:pt>
    <dgm:pt modelId="{A8E4DD0B-4FEC-434A-B22F-DB8EEF1C01F7}" type="parTrans" cxnId="{D4870103-47E9-4581-8791-04E00D42AA0E}">
      <dgm:prSet/>
      <dgm:spPr/>
      <dgm:t>
        <a:bodyPr/>
        <a:lstStyle/>
        <a:p>
          <a:endParaRPr lang="en-US"/>
        </a:p>
      </dgm:t>
    </dgm:pt>
    <dgm:pt modelId="{A0807F5B-BA0F-43C9-9FA2-B1AD37C23BD5}" type="sibTrans" cxnId="{D4870103-47E9-4581-8791-04E00D42AA0E}">
      <dgm:prSet/>
      <dgm:spPr/>
      <dgm:t>
        <a:bodyPr/>
        <a:lstStyle/>
        <a:p>
          <a:endParaRPr lang="en-US"/>
        </a:p>
      </dgm:t>
    </dgm:pt>
    <dgm:pt modelId="{21E64B64-29E5-400E-8386-B33CB8A8DE20}">
      <dgm:prSet/>
      <dgm:spPr/>
      <dgm:t>
        <a:bodyPr/>
        <a:lstStyle/>
        <a:p>
          <a:r>
            <a:rPr lang="en-US"/>
            <a:t>- Slower deployments vs CI/CD tools</a:t>
          </a:r>
        </a:p>
      </dgm:t>
    </dgm:pt>
    <dgm:pt modelId="{1FB35490-C257-44FB-A0E5-ECB19FDC5D2F}" type="parTrans" cxnId="{3A628788-4EBE-4DE5-B6DC-5126A62240E9}">
      <dgm:prSet/>
      <dgm:spPr/>
      <dgm:t>
        <a:bodyPr/>
        <a:lstStyle/>
        <a:p>
          <a:endParaRPr lang="en-US"/>
        </a:p>
      </dgm:t>
    </dgm:pt>
    <dgm:pt modelId="{321C8923-78A5-439F-9A56-4A43461AA4BA}" type="sibTrans" cxnId="{3A628788-4EBE-4DE5-B6DC-5126A62240E9}">
      <dgm:prSet/>
      <dgm:spPr/>
      <dgm:t>
        <a:bodyPr/>
        <a:lstStyle/>
        <a:p>
          <a:endParaRPr lang="en-US"/>
        </a:p>
      </dgm:t>
    </dgm:pt>
    <dgm:pt modelId="{263CA7A1-CC1A-4463-BD2F-7DC996DC0C61}" type="pres">
      <dgm:prSet presAssocID="{F3A6C74E-857F-4898-8DCD-B15C82F42BB3}" presName="root" presStyleCnt="0">
        <dgm:presLayoutVars>
          <dgm:dir/>
          <dgm:resizeHandles val="exact"/>
        </dgm:presLayoutVars>
      </dgm:prSet>
      <dgm:spPr/>
    </dgm:pt>
    <dgm:pt modelId="{33F38F75-40AD-4A1F-9545-23D5A191C251}" type="pres">
      <dgm:prSet presAssocID="{461C9CA8-F68C-4C93-9743-1936EC064A36}" presName="compNode" presStyleCnt="0"/>
      <dgm:spPr/>
    </dgm:pt>
    <dgm:pt modelId="{E8DA1451-C4ED-43D7-BE91-9837FFB44461}" type="pres">
      <dgm:prSet presAssocID="{461C9CA8-F68C-4C93-9743-1936EC064A36}" presName="bgRect" presStyleLbl="bgShp" presStyleIdx="0" presStyleCnt="3"/>
      <dgm:spPr/>
    </dgm:pt>
    <dgm:pt modelId="{77412EFA-4864-4DCD-940D-4BB995EC9683}" type="pres">
      <dgm:prSet presAssocID="{461C9CA8-F68C-4C93-9743-1936EC064A3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C9850CDE-5444-4451-A0EF-5CB7F14ABD53}" type="pres">
      <dgm:prSet presAssocID="{461C9CA8-F68C-4C93-9743-1936EC064A36}" presName="spaceRect" presStyleCnt="0"/>
      <dgm:spPr/>
    </dgm:pt>
    <dgm:pt modelId="{B3A4F929-09DA-4DEC-B48D-8A370F453881}" type="pres">
      <dgm:prSet presAssocID="{461C9CA8-F68C-4C93-9743-1936EC064A36}" presName="parTx" presStyleLbl="revTx" presStyleIdx="0" presStyleCnt="3">
        <dgm:presLayoutVars>
          <dgm:chMax val="0"/>
          <dgm:chPref val="0"/>
        </dgm:presLayoutVars>
      </dgm:prSet>
      <dgm:spPr/>
    </dgm:pt>
    <dgm:pt modelId="{7BB22207-3AB8-4862-8F2A-4177AF846CBE}" type="pres">
      <dgm:prSet presAssocID="{90000687-1237-4452-A9B6-FD12624BAF59}" presName="sibTrans" presStyleCnt="0"/>
      <dgm:spPr/>
    </dgm:pt>
    <dgm:pt modelId="{07A8DFE0-E735-495A-9EFA-77A3729F190F}" type="pres">
      <dgm:prSet presAssocID="{A3BCB0DE-5C4D-49FC-9DD2-E0F276B98D7E}" presName="compNode" presStyleCnt="0"/>
      <dgm:spPr/>
    </dgm:pt>
    <dgm:pt modelId="{F72DEFA5-BAD3-4C7C-BB65-BC2BF5DEDA09}" type="pres">
      <dgm:prSet presAssocID="{A3BCB0DE-5C4D-49FC-9DD2-E0F276B98D7E}" presName="bgRect" presStyleLbl="bgShp" presStyleIdx="1" presStyleCnt="3"/>
      <dgm:spPr/>
    </dgm:pt>
    <dgm:pt modelId="{DE0A4F25-413C-454B-ABF3-2CA5E6C3FCAB}" type="pres">
      <dgm:prSet presAssocID="{A3BCB0DE-5C4D-49FC-9DD2-E0F276B98D7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F4E8BE24-4EC9-44A8-9339-5A95337F14A7}" type="pres">
      <dgm:prSet presAssocID="{A3BCB0DE-5C4D-49FC-9DD2-E0F276B98D7E}" presName="spaceRect" presStyleCnt="0"/>
      <dgm:spPr/>
    </dgm:pt>
    <dgm:pt modelId="{18E7E76D-E18F-4C99-905D-730AD6D2F5E5}" type="pres">
      <dgm:prSet presAssocID="{A3BCB0DE-5C4D-49FC-9DD2-E0F276B98D7E}" presName="parTx" presStyleLbl="revTx" presStyleIdx="1" presStyleCnt="3">
        <dgm:presLayoutVars>
          <dgm:chMax val="0"/>
          <dgm:chPref val="0"/>
        </dgm:presLayoutVars>
      </dgm:prSet>
      <dgm:spPr/>
    </dgm:pt>
    <dgm:pt modelId="{9F5A0E3A-8942-49B8-8FB8-528C3FBBF21C}" type="pres">
      <dgm:prSet presAssocID="{A0807F5B-BA0F-43C9-9FA2-B1AD37C23BD5}" presName="sibTrans" presStyleCnt="0"/>
      <dgm:spPr/>
    </dgm:pt>
    <dgm:pt modelId="{A4A56E56-31A2-4298-B96B-6C1258668F20}" type="pres">
      <dgm:prSet presAssocID="{21E64B64-29E5-400E-8386-B33CB8A8DE20}" presName="compNode" presStyleCnt="0"/>
      <dgm:spPr/>
    </dgm:pt>
    <dgm:pt modelId="{AB34E656-59FB-454F-9935-30D1C6814A73}" type="pres">
      <dgm:prSet presAssocID="{21E64B64-29E5-400E-8386-B33CB8A8DE20}" presName="bgRect" presStyleLbl="bgShp" presStyleIdx="2" presStyleCnt="3"/>
      <dgm:spPr/>
    </dgm:pt>
    <dgm:pt modelId="{F891E967-52E1-433A-B5BF-F0629F644F68}" type="pres">
      <dgm:prSet presAssocID="{21E64B64-29E5-400E-8386-B33CB8A8DE2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E58276A-B27F-4574-B96D-4B5097A7158B}" type="pres">
      <dgm:prSet presAssocID="{21E64B64-29E5-400E-8386-B33CB8A8DE20}" presName="spaceRect" presStyleCnt="0"/>
      <dgm:spPr/>
    </dgm:pt>
    <dgm:pt modelId="{0734193B-4B5D-401C-89A5-38D7F7F30430}" type="pres">
      <dgm:prSet presAssocID="{21E64B64-29E5-400E-8386-B33CB8A8DE2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FB6E800-EC4E-42C3-A976-9CB24B35CAC8}" type="presOf" srcId="{21E64B64-29E5-400E-8386-B33CB8A8DE20}" destId="{0734193B-4B5D-401C-89A5-38D7F7F30430}" srcOrd="0" destOrd="0" presId="urn:microsoft.com/office/officeart/2018/2/layout/IconVerticalSolidList"/>
    <dgm:cxn modelId="{D4870103-47E9-4581-8791-04E00D42AA0E}" srcId="{F3A6C74E-857F-4898-8DCD-B15C82F42BB3}" destId="{A3BCB0DE-5C4D-49FC-9DD2-E0F276B98D7E}" srcOrd="1" destOrd="0" parTransId="{A8E4DD0B-4FEC-434A-B22F-DB8EEF1C01F7}" sibTransId="{A0807F5B-BA0F-43C9-9FA2-B1AD37C23BD5}"/>
    <dgm:cxn modelId="{E77DC705-F94C-4C2A-97C4-03672E09F94B}" srcId="{F3A6C74E-857F-4898-8DCD-B15C82F42BB3}" destId="{461C9CA8-F68C-4C93-9743-1936EC064A36}" srcOrd="0" destOrd="0" parTransId="{82F2F4AD-E993-4A45-98BD-00784E6D3ECC}" sibTransId="{90000687-1237-4452-A9B6-FD12624BAF59}"/>
    <dgm:cxn modelId="{91E3AE22-1218-4B02-981E-F72A7EA5E930}" type="presOf" srcId="{A3BCB0DE-5C4D-49FC-9DD2-E0F276B98D7E}" destId="{18E7E76D-E18F-4C99-905D-730AD6D2F5E5}" srcOrd="0" destOrd="0" presId="urn:microsoft.com/office/officeart/2018/2/layout/IconVerticalSolidList"/>
    <dgm:cxn modelId="{A186677B-ACCC-4299-947A-690B381D6904}" type="presOf" srcId="{F3A6C74E-857F-4898-8DCD-B15C82F42BB3}" destId="{263CA7A1-CC1A-4463-BD2F-7DC996DC0C61}" srcOrd="0" destOrd="0" presId="urn:microsoft.com/office/officeart/2018/2/layout/IconVerticalSolidList"/>
    <dgm:cxn modelId="{3A628788-4EBE-4DE5-B6DC-5126A62240E9}" srcId="{F3A6C74E-857F-4898-8DCD-B15C82F42BB3}" destId="{21E64B64-29E5-400E-8386-B33CB8A8DE20}" srcOrd="2" destOrd="0" parTransId="{1FB35490-C257-44FB-A0E5-ECB19FDC5D2F}" sibTransId="{321C8923-78A5-439F-9A56-4A43461AA4BA}"/>
    <dgm:cxn modelId="{0F110BDD-C9B7-44C4-8070-CB74BB1F7812}" type="presOf" srcId="{461C9CA8-F68C-4C93-9743-1936EC064A36}" destId="{B3A4F929-09DA-4DEC-B48D-8A370F453881}" srcOrd="0" destOrd="0" presId="urn:microsoft.com/office/officeart/2018/2/layout/IconVerticalSolidList"/>
    <dgm:cxn modelId="{1F708C0A-7F45-4CEA-B911-3B4CB32F2249}" type="presParOf" srcId="{263CA7A1-CC1A-4463-BD2F-7DC996DC0C61}" destId="{33F38F75-40AD-4A1F-9545-23D5A191C251}" srcOrd="0" destOrd="0" presId="urn:microsoft.com/office/officeart/2018/2/layout/IconVerticalSolidList"/>
    <dgm:cxn modelId="{CCA767AF-2B47-43B0-8DD3-3F89B82648D9}" type="presParOf" srcId="{33F38F75-40AD-4A1F-9545-23D5A191C251}" destId="{E8DA1451-C4ED-43D7-BE91-9837FFB44461}" srcOrd="0" destOrd="0" presId="urn:microsoft.com/office/officeart/2018/2/layout/IconVerticalSolidList"/>
    <dgm:cxn modelId="{E282BE49-89A2-4D64-BF10-83BC91885F5E}" type="presParOf" srcId="{33F38F75-40AD-4A1F-9545-23D5A191C251}" destId="{77412EFA-4864-4DCD-940D-4BB995EC9683}" srcOrd="1" destOrd="0" presId="urn:microsoft.com/office/officeart/2018/2/layout/IconVerticalSolidList"/>
    <dgm:cxn modelId="{36C5960C-0D6C-4BF0-AC48-CFAB1C1D132C}" type="presParOf" srcId="{33F38F75-40AD-4A1F-9545-23D5A191C251}" destId="{C9850CDE-5444-4451-A0EF-5CB7F14ABD53}" srcOrd="2" destOrd="0" presId="urn:microsoft.com/office/officeart/2018/2/layout/IconVerticalSolidList"/>
    <dgm:cxn modelId="{DBAB900C-25BD-4E94-B2AF-F8F661AC1FA7}" type="presParOf" srcId="{33F38F75-40AD-4A1F-9545-23D5A191C251}" destId="{B3A4F929-09DA-4DEC-B48D-8A370F453881}" srcOrd="3" destOrd="0" presId="urn:microsoft.com/office/officeart/2018/2/layout/IconVerticalSolidList"/>
    <dgm:cxn modelId="{25E1B834-D157-4D50-AE32-8F847FF3F30B}" type="presParOf" srcId="{263CA7A1-CC1A-4463-BD2F-7DC996DC0C61}" destId="{7BB22207-3AB8-4862-8F2A-4177AF846CBE}" srcOrd="1" destOrd="0" presId="urn:microsoft.com/office/officeart/2018/2/layout/IconVerticalSolidList"/>
    <dgm:cxn modelId="{8D4BB51D-981D-42AF-B6AF-D5DD735C6FD6}" type="presParOf" srcId="{263CA7A1-CC1A-4463-BD2F-7DC996DC0C61}" destId="{07A8DFE0-E735-495A-9EFA-77A3729F190F}" srcOrd="2" destOrd="0" presId="urn:microsoft.com/office/officeart/2018/2/layout/IconVerticalSolidList"/>
    <dgm:cxn modelId="{EE94E77E-D6D5-4CDE-A368-06DA6ABAC189}" type="presParOf" srcId="{07A8DFE0-E735-495A-9EFA-77A3729F190F}" destId="{F72DEFA5-BAD3-4C7C-BB65-BC2BF5DEDA09}" srcOrd="0" destOrd="0" presId="urn:microsoft.com/office/officeart/2018/2/layout/IconVerticalSolidList"/>
    <dgm:cxn modelId="{94BD58EF-1586-46DD-A193-42E2441D6EBB}" type="presParOf" srcId="{07A8DFE0-E735-495A-9EFA-77A3729F190F}" destId="{DE0A4F25-413C-454B-ABF3-2CA5E6C3FCAB}" srcOrd="1" destOrd="0" presId="urn:microsoft.com/office/officeart/2018/2/layout/IconVerticalSolidList"/>
    <dgm:cxn modelId="{4807CE98-1488-4031-966D-6EFEFC8C19E4}" type="presParOf" srcId="{07A8DFE0-E735-495A-9EFA-77A3729F190F}" destId="{F4E8BE24-4EC9-44A8-9339-5A95337F14A7}" srcOrd="2" destOrd="0" presId="urn:microsoft.com/office/officeart/2018/2/layout/IconVerticalSolidList"/>
    <dgm:cxn modelId="{5D241D98-3F1C-4B8A-8C38-CAC71ABD06A7}" type="presParOf" srcId="{07A8DFE0-E735-495A-9EFA-77A3729F190F}" destId="{18E7E76D-E18F-4C99-905D-730AD6D2F5E5}" srcOrd="3" destOrd="0" presId="urn:microsoft.com/office/officeart/2018/2/layout/IconVerticalSolidList"/>
    <dgm:cxn modelId="{09FCD4A5-A0AE-4855-9789-D0E37A23E9D9}" type="presParOf" srcId="{263CA7A1-CC1A-4463-BD2F-7DC996DC0C61}" destId="{9F5A0E3A-8942-49B8-8FB8-528C3FBBF21C}" srcOrd="3" destOrd="0" presId="urn:microsoft.com/office/officeart/2018/2/layout/IconVerticalSolidList"/>
    <dgm:cxn modelId="{2130FDE1-DCCE-4363-8C7B-EFDFA9C75100}" type="presParOf" srcId="{263CA7A1-CC1A-4463-BD2F-7DC996DC0C61}" destId="{A4A56E56-31A2-4298-B96B-6C1258668F20}" srcOrd="4" destOrd="0" presId="urn:microsoft.com/office/officeart/2018/2/layout/IconVerticalSolidList"/>
    <dgm:cxn modelId="{2629F005-0EE4-4753-AE53-4BB9A6194C8E}" type="presParOf" srcId="{A4A56E56-31A2-4298-B96B-6C1258668F20}" destId="{AB34E656-59FB-454F-9935-30D1C6814A73}" srcOrd="0" destOrd="0" presId="urn:microsoft.com/office/officeart/2018/2/layout/IconVerticalSolidList"/>
    <dgm:cxn modelId="{C392601C-1546-4BE0-8F52-B54C3D033596}" type="presParOf" srcId="{A4A56E56-31A2-4298-B96B-6C1258668F20}" destId="{F891E967-52E1-433A-B5BF-F0629F644F68}" srcOrd="1" destOrd="0" presId="urn:microsoft.com/office/officeart/2018/2/layout/IconVerticalSolidList"/>
    <dgm:cxn modelId="{5FCF6C0A-1619-4925-84B8-0114E6294BAD}" type="presParOf" srcId="{A4A56E56-31A2-4298-B96B-6C1258668F20}" destId="{AE58276A-B27F-4574-B96D-4B5097A7158B}" srcOrd="2" destOrd="0" presId="urn:microsoft.com/office/officeart/2018/2/layout/IconVerticalSolidList"/>
    <dgm:cxn modelId="{3A6610BF-E8BE-46E5-8CDD-9C6EB33A3060}" type="presParOf" srcId="{A4A56E56-31A2-4298-B96B-6C1258668F20}" destId="{0734193B-4B5D-401C-89A5-38D7F7F3043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3669EC-16CB-4D2F-95EB-D4923F43A162}">
      <dsp:nvSpPr>
        <dsp:cNvPr id="0" name=""/>
        <dsp:cNvSpPr/>
      </dsp:nvSpPr>
      <dsp:spPr>
        <a:xfrm>
          <a:off x="0" y="2042"/>
          <a:ext cx="4231481" cy="10351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0C63DB-4F30-47E7-B11D-D63B083B95CD}">
      <dsp:nvSpPr>
        <dsp:cNvPr id="0" name=""/>
        <dsp:cNvSpPr/>
      </dsp:nvSpPr>
      <dsp:spPr>
        <a:xfrm>
          <a:off x="313145" y="234960"/>
          <a:ext cx="569355" cy="5693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3F0746-E9B1-484A-9113-2D7FFC9FB351}">
      <dsp:nvSpPr>
        <dsp:cNvPr id="0" name=""/>
        <dsp:cNvSpPr/>
      </dsp:nvSpPr>
      <dsp:spPr>
        <a:xfrm>
          <a:off x="1195647" y="2042"/>
          <a:ext cx="3035833" cy="1035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8" tIns="109558" rIns="109558" bIns="10955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Manual EC2 setup</a:t>
          </a:r>
        </a:p>
      </dsp:txBody>
      <dsp:txXfrm>
        <a:off x="1195647" y="2042"/>
        <a:ext cx="3035833" cy="1035192"/>
      </dsp:txXfrm>
    </dsp:sp>
    <dsp:sp modelId="{24EFFB38-1001-46CA-814E-32930FBFD392}">
      <dsp:nvSpPr>
        <dsp:cNvPr id="0" name=""/>
        <dsp:cNvSpPr/>
      </dsp:nvSpPr>
      <dsp:spPr>
        <a:xfrm>
          <a:off x="0" y="1296033"/>
          <a:ext cx="4231481" cy="10351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8B1270-2E8B-497D-BC65-8657F287C865}">
      <dsp:nvSpPr>
        <dsp:cNvPr id="0" name=""/>
        <dsp:cNvSpPr/>
      </dsp:nvSpPr>
      <dsp:spPr>
        <a:xfrm>
          <a:off x="313145" y="1528951"/>
          <a:ext cx="569355" cy="5693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75A777-DD8B-4E38-9BE9-3B3E0F2EE6FA}">
      <dsp:nvSpPr>
        <dsp:cNvPr id="0" name=""/>
        <dsp:cNvSpPr/>
      </dsp:nvSpPr>
      <dsp:spPr>
        <a:xfrm>
          <a:off x="1195647" y="1296033"/>
          <a:ext cx="3035833" cy="1035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8" tIns="109558" rIns="109558" bIns="10955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Complex load balancing &amp; scaling</a:t>
          </a:r>
        </a:p>
      </dsp:txBody>
      <dsp:txXfrm>
        <a:off x="1195647" y="1296033"/>
        <a:ext cx="3035833" cy="1035192"/>
      </dsp:txXfrm>
    </dsp:sp>
    <dsp:sp modelId="{4843B431-E1D4-4F40-A2C1-CFC1DE937C54}">
      <dsp:nvSpPr>
        <dsp:cNvPr id="0" name=""/>
        <dsp:cNvSpPr/>
      </dsp:nvSpPr>
      <dsp:spPr>
        <a:xfrm>
          <a:off x="0" y="2590024"/>
          <a:ext cx="4231481" cy="10351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501197-2FA5-4F96-A059-EFDCB87386ED}">
      <dsp:nvSpPr>
        <dsp:cNvPr id="0" name=""/>
        <dsp:cNvSpPr/>
      </dsp:nvSpPr>
      <dsp:spPr>
        <a:xfrm>
          <a:off x="313145" y="2822942"/>
          <a:ext cx="569355" cy="5693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9A55C5-0352-4109-9CDC-8B0701ABB9AE}">
      <dsp:nvSpPr>
        <dsp:cNvPr id="0" name=""/>
        <dsp:cNvSpPr/>
      </dsp:nvSpPr>
      <dsp:spPr>
        <a:xfrm>
          <a:off x="1195647" y="2590024"/>
          <a:ext cx="3035833" cy="1035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8" tIns="109558" rIns="109558" bIns="10955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Hard CI/CD setup</a:t>
          </a:r>
        </a:p>
      </dsp:txBody>
      <dsp:txXfrm>
        <a:off x="1195647" y="2590024"/>
        <a:ext cx="3035833" cy="1035192"/>
      </dsp:txXfrm>
    </dsp:sp>
    <dsp:sp modelId="{AF0654B7-A6CF-43D6-92EE-87C521135B01}">
      <dsp:nvSpPr>
        <dsp:cNvPr id="0" name=""/>
        <dsp:cNvSpPr/>
      </dsp:nvSpPr>
      <dsp:spPr>
        <a:xfrm>
          <a:off x="0" y="3884014"/>
          <a:ext cx="4231481" cy="10351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26739C-783E-46ED-9A4C-2BCEE810B680}">
      <dsp:nvSpPr>
        <dsp:cNvPr id="0" name=""/>
        <dsp:cNvSpPr/>
      </dsp:nvSpPr>
      <dsp:spPr>
        <a:xfrm>
          <a:off x="313145" y="4116933"/>
          <a:ext cx="569355" cy="56935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75C24A-F81E-470D-978E-633E4AE6F2EE}">
      <dsp:nvSpPr>
        <dsp:cNvPr id="0" name=""/>
        <dsp:cNvSpPr/>
      </dsp:nvSpPr>
      <dsp:spPr>
        <a:xfrm>
          <a:off x="1195647" y="3884014"/>
          <a:ext cx="3035833" cy="1035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8" tIns="109558" rIns="109558" bIns="10955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Time-consuming server management</a:t>
          </a:r>
        </a:p>
      </dsp:txBody>
      <dsp:txXfrm>
        <a:off x="1195647" y="3884014"/>
        <a:ext cx="3035833" cy="10351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D67321-8032-4099-80C4-3D443951F47B}">
      <dsp:nvSpPr>
        <dsp:cNvPr id="0" name=""/>
        <dsp:cNvSpPr/>
      </dsp:nvSpPr>
      <dsp:spPr>
        <a:xfrm>
          <a:off x="0" y="2042"/>
          <a:ext cx="4231481" cy="10351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6717D4-594B-48D6-A174-A5EDF0604BA3}">
      <dsp:nvSpPr>
        <dsp:cNvPr id="0" name=""/>
        <dsp:cNvSpPr/>
      </dsp:nvSpPr>
      <dsp:spPr>
        <a:xfrm>
          <a:off x="313145" y="234960"/>
          <a:ext cx="569355" cy="5693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9C4077-215C-463E-A36F-A625D15AB6DB}">
      <dsp:nvSpPr>
        <dsp:cNvPr id="0" name=""/>
        <dsp:cNvSpPr/>
      </dsp:nvSpPr>
      <dsp:spPr>
        <a:xfrm>
          <a:off x="1195647" y="2042"/>
          <a:ext cx="3035833" cy="1035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8" tIns="109558" rIns="109558" bIns="10955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Automates infrastructure</a:t>
          </a:r>
        </a:p>
      </dsp:txBody>
      <dsp:txXfrm>
        <a:off x="1195647" y="2042"/>
        <a:ext cx="3035833" cy="1035192"/>
      </dsp:txXfrm>
    </dsp:sp>
    <dsp:sp modelId="{17011D73-2B90-423E-B87E-B6C56BDDB48B}">
      <dsp:nvSpPr>
        <dsp:cNvPr id="0" name=""/>
        <dsp:cNvSpPr/>
      </dsp:nvSpPr>
      <dsp:spPr>
        <a:xfrm>
          <a:off x="0" y="1296033"/>
          <a:ext cx="4231481" cy="10351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10A9BF-B7CF-4118-9BAE-D9DBCE5DB55F}">
      <dsp:nvSpPr>
        <dsp:cNvPr id="0" name=""/>
        <dsp:cNvSpPr/>
      </dsp:nvSpPr>
      <dsp:spPr>
        <a:xfrm>
          <a:off x="313145" y="1528951"/>
          <a:ext cx="569355" cy="5693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021BD1-D9AB-4100-9D29-F2DE0C3E1444}">
      <dsp:nvSpPr>
        <dsp:cNvPr id="0" name=""/>
        <dsp:cNvSpPr/>
      </dsp:nvSpPr>
      <dsp:spPr>
        <a:xfrm>
          <a:off x="1195647" y="1296033"/>
          <a:ext cx="3035833" cy="1035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8" tIns="109558" rIns="109558" bIns="10955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Deploy code directly</a:t>
          </a:r>
        </a:p>
      </dsp:txBody>
      <dsp:txXfrm>
        <a:off x="1195647" y="1296033"/>
        <a:ext cx="3035833" cy="1035192"/>
      </dsp:txXfrm>
    </dsp:sp>
    <dsp:sp modelId="{2B558D1F-CC8B-46C6-B261-C9CD71545FC2}">
      <dsp:nvSpPr>
        <dsp:cNvPr id="0" name=""/>
        <dsp:cNvSpPr/>
      </dsp:nvSpPr>
      <dsp:spPr>
        <a:xfrm>
          <a:off x="0" y="2590024"/>
          <a:ext cx="4231481" cy="10351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F8BBE8-210B-423D-9028-95625BDA5C15}">
      <dsp:nvSpPr>
        <dsp:cNvPr id="0" name=""/>
        <dsp:cNvSpPr/>
      </dsp:nvSpPr>
      <dsp:spPr>
        <a:xfrm>
          <a:off x="313145" y="2822942"/>
          <a:ext cx="569355" cy="5693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C9C768-C241-4291-B763-DEFC35DC1483}">
      <dsp:nvSpPr>
        <dsp:cNvPr id="0" name=""/>
        <dsp:cNvSpPr/>
      </dsp:nvSpPr>
      <dsp:spPr>
        <a:xfrm>
          <a:off x="1195647" y="2590024"/>
          <a:ext cx="3035833" cy="1035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8" tIns="109558" rIns="109558" bIns="10955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Built-in monitoring</a:t>
          </a:r>
        </a:p>
      </dsp:txBody>
      <dsp:txXfrm>
        <a:off x="1195647" y="2590024"/>
        <a:ext cx="3035833" cy="1035192"/>
      </dsp:txXfrm>
    </dsp:sp>
    <dsp:sp modelId="{A259955F-A0FF-4914-857A-33B29482EC53}">
      <dsp:nvSpPr>
        <dsp:cNvPr id="0" name=""/>
        <dsp:cNvSpPr/>
      </dsp:nvSpPr>
      <dsp:spPr>
        <a:xfrm>
          <a:off x="0" y="3884014"/>
          <a:ext cx="4231481" cy="10351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241D44-AF31-462A-8D65-B6EC4A06E1C5}">
      <dsp:nvSpPr>
        <dsp:cNvPr id="0" name=""/>
        <dsp:cNvSpPr/>
      </dsp:nvSpPr>
      <dsp:spPr>
        <a:xfrm>
          <a:off x="313145" y="4116933"/>
          <a:ext cx="569355" cy="56935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40730E-D627-4E1D-9615-7435AA73CD2F}">
      <dsp:nvSpPr>
        <dsp:cNvPr id="0" name=""/>
        <dsp:cNvSpPr/>
      </dsp:nvSpPr>
      <dsp:spPr>
        <a:xfrm>
          <a:off x="1195647" y="3884014"/>
          <a:ext cx="3035833" cy="1035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8" tIns="109558" rIns="109558" bIns="10955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Easy integration with AWS tools</a:t>
          </a:r>
        </a:p>
      </dsp:txBody>
      <dsp:txXfrm>
        <a:off x="1195647" y="3884014"/>
        <a:ext cx="3035833" cy="103519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A68B3D-3AE4-45BF-8636-DA900F78E29D}">
      <dsp:nvSpPr>
        <dsp:cNvPr id="0" name=""/>
        <dsp:cNvSpPr/>
      </dsp:nvSpPr>
      <dsp:spPr>
        <a:xfrm>
          <a:off x="0" y="44037"/>
          <a:ext cx="4231481" cy="90903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Upload code</a:t>
          </a:r>
        </a:p>
      </dsp:txBody>
      <dsp:txXfrm>
        <a:off x="44375" y="88412"/>
        <a:ext cx="4142731" cy="820285"/>
      </dsp:txXfrm>
    </dsp:sp>
    <dsp:sp modelId="{9574837E-E393-4A42-9BC6-335BC41DAA43}">
      <dsp:nvSpPr>
        <dsp:cNvPr id="0" name=""/>
        <dsp:cNvSpPr/>
      </dsp:nvSpPr>
      <dsp:spPr>
        <a:xfrm>
          <a:off x="0" y="1025072"/>
          <a:ext cx="4231481" cy="909035"/>
        </a:xfrm>
        <a:prstGeom prst="roundRect">
          <a:avLst/>
        </a:prstGeom>
        <a:solidFill>
          <a:schemeClr val="accent5">
            <a:hueOff val="589196"/>
            <a:satOff val="-2817"/>
            <a:lumOff val="308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EB provisions EC2, LB, Auto-scaling</a:t>
          </a:r>
        </a:p>
      </dsp:txBody>
      <dsp:txXfrm>
        <a:off x="44375" y="1069447"/>
        <a:ext cx="4142731" cy="820285"/>
      </dsp:txXfrm>
    </dsp:sp>
    <dsp:sp modelId="{DED6152D-17BE-4A21-B3CD-0DB26F44DBF2}">
      <dsp:nvSpPr>
        <dsp:cNvPr id="0" name=""/>
        <dsp:cNvSpPr/>
      </dsp:nvSpPr>
      <dsp:spPr>
        <a:xfrm>
          <a:off x="0" y="2006107"/>
          <a:ext cx="4231481" cy="909035"/>
        </a:xfrm>
        <a:prstGeom prst="roundRect">
          <a:avLst/>
        </a:prstGeom>
        <a:solidFill>
          <a:schemeClr val="accent5">
            <a:hueOff val="1178392"/>
            <a:satOff val="-5635"/>
            <a:lumOff val="617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Optional RDS</a:t>
          </a:r>
        </a:p>
      </dsp:txBody>
      <dsp:txXfrm>
        <a:off x="44375" y="2050482"/>
        <a:ext cx="4142731" cy="820285"/>
      </dsp:txXfrm>
    </dsp:sp>
    <dsp:sp modelId="{2C7F09DD-537B-4B6A-903D-1622381FBAA8}">
      <dsp:nvSpPr>
        <dsp:cNvPr id="0" name=""/>
        <dsp:cNvSpPr/>
      </dsp:nvSpPr>
      <dsp:spPr>
        <a:xfrm>
          <a:off x="0" y="2987142"/>
          <a:ext cx="4231481" cy="909035"/>
        </a:xfrm>
        <a:prstGeom prst="roundRect">
          <a:avLst/>
        </a:prstGeom>
        <a:solidFill>
          <a:schemeClr val="accent5">
            <a:hueOff val="1767588"/>
            <a:satOff val="-8452"/>
            <a:lumOff val="926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Health Monitoring</a:t>
          </a:r>
        </a:p>
      </dsp:txBody>
      <dsp:txXfrm>
        <a:off x="44375" y="3031517"/>
        <a:ext cx="4142731" cy="820285"/>
      </dsp:txXfrm>
    </dsp:sp>
    <dsp:sp modelId="{D54E8296-64D8-4564-B891-492A569FA34D}">
      <dsp:nvSpPr>
        <dsp:cNvPr id="0" name=""/>
        <dsp:cNvSpPr/>
      </dsp:nvSpPr>
      <dsp:spPr>
        <a:xfrm>
          <a:off x="0" y="3968177"/>
          <a:ext cx="4231481" cy="909035"/>
        </a:xfrm>
        <a:prstGeom prst="roundRect">
          <a:avLst/>
        </a:prstGeom>
        <a:solidFill>
          <a:schemeClr val="accent5">
            <a:hueOff val="2356783"/>
            <a:satOff val="-11270"/>
            <a:lumOff val="1235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Provides URL</a:t>
          </a:r>
        </a:p>
      </dsp:txBody>
      <dsp:txXfrm>
        <a:off x="44375" y="4012552"/>
        <a:ext cx="4142731" cy="82028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0BEE00-CCC1-4945-B449-CE9FAAF027DE}">
      <dsp:nvSpPr>
        <dsp:cNvPr id="0" name=""/>
        <dsp:cNvSpPr/>
      </dsp:nvSpPr>
      <dsp:spPr>
        <a:xfrm>
          <a:off x="1070281" y="177809"/>
          <a:ext cx="579023" cy="5790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F8E090-F897-45DA-A64F-7EA9222613C3}">
      <dsp:nvSpPr>
        <dsp:cNvPr id="0" name=""/>
        <dsp:cNvSpPr/>
      </dsp:nvSpPr>
      <dsp:spPr>
        <a:xfrm>
          <a:off x="716433" y="970545"/>
          <a:ext cx="1286718" cy="514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Auto-scaling &amp; Load balancing</a:t>
          </a:r>
        </a:p>
      </dsp:txBody>
      <dsp:txXfrm>
        <a:off x="716433" y="970545"/>
        <a:ext cx="1286718" cy="514687"/>
      </dsp:txXfrm>
    </dsp:sp>
    <dsp:sp modelId="{386E2703-DF12-471B-BE8A-BD10A857E0D5}">
      <dsp:nvSpPr>
        <dsp:cNvPr id="0" name=""/>
        <dsp:cNvSpPr/>
      </dsp:nvSpPr>
      <dsp:spPr>
        <a:xfrm>
          <a:off x="2582176" y="177809"/>
          <a:ext cx="579023" cy="5790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73D3B0-EE57-4256-8E96-A1C58A182CC4}">
      <dsp:nvSpPr>
        <dsp:cNvPr id="0" name=""/>
        <dsp:cNvSpPr/>
      </dsp:nvSpPr>
      <dsp:spPr>
        <a:xfrm>
          <a:off x="2228328" y="970545"/>
          <a:ext cx="1286718" cy="514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Managed environment</a:t>
          </a:r>
        </a:p>
      </dsp:txBody>
      <dsp:txXfrm>
        <a:off x="2228328" y="970545"/>
        <a:ext cx="1286718" cy="514687"/>
      </dsp:txXfrm>
    </dsp:sp>
    <dsp:sp modelId="{AA861E70-F65E-4A03-A759-91D17EC9A479}">
      <dsp:nvSpPr>
        <dsp:cNvPr id="0" name=""/>
        <dsp:cNvSpPr/>
      </dsp:nvSpPr>
      <dsp:spPr>
        <a:xfrm>
          <a:off x="1070281" y="1806913"/>
          <a:ext cx="579023" cy="5790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66CBA6-E860-4AEE-BFD3-AE9A5DE851E6}">
      <dsp:nvSpPr>
        <dsp:cNvPr id="0" name=""/>
        <dsp:cNvSpPr/>
      </dsp:nvSpPr>
      <dsp:spPr>
        <a:xfrm>
          <a:off x="716433" y="2599649"/>
          <a:ext cx="1286718" cy="514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Monitoring &amp; Logs</a:t>
          </a:r>
        </a:p>
      </dsp:txBody>
      <dsp:txXfrm>
        <a:off x="716433" y="2599649"/>
        <a:ext cx="1286718" cy="514687"/>
      </dsp:txXfrm>
    </dsp:sp>
    <dsp:sp modelId="{6D275B9C-714A-4253-98D2-5858C214097D}">
      <dsp:nvSpPr>
        <dsp:cNvPr id="0" name=""/>
        <dsp:cNvSpPr/>
      </dsp:nvSpPr>
      <dsp:spPr>
        <a:xfrm>
          <a:off x="2582176" y="1806913"/>
          <a:ext cx="579023" cy="5790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87E66E-4E46-49C8-A034-22B824EECE03}">
      <dsp:nvSpPr>
        <dsp:cNvPr id="0" name=""/>
        <dsp:cNvSpPr/>
      </dsp:nvSpPr>
      <dsp:spPr>
        <a:xfrm>
          <a:off x="2228328" y="2599649"/>
          <a:ext cx="1286718" cy="514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Versioning and rollback</a:t>
          </a:r>
        </a:p>
      </dsp:txBody>
      <dsp:txXfrm>
        <a:off x="2228328" y="2599649"/>
        <a:ext cx="1286718" cy="514687"/>
      </dsp:txXfrm>
    </dsp:sp>
    <dsp:sp modelId="{62B7962A-EAA3-4717-997C-7E69038E4E76}">
      <dsp:nvSpPr>
        <dsp:cNvPr id="0" name=""/>
        <dsp:cNvSpPr/>
      </dsp:nvSpPr>
      <dsp:spPr>
        <a:xfrm>
          <a:off x="1826228" y="3436016"/>
          <a:ext cx="579023" cy="57902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834A1D-4FE1-40B8-9AD2-9F594DFDE4D4}">
      <dsp:nvSpPr>
        <dsp:cNvPr id="0" name=""/>
        <dsp:cNvSpPr/>
      </dsp:nvSpPr>
      <dsp:spPr>
        <a:xfrm>
          <a:off x="1472381" y="4228753"/>
          <a:ext cx="1286718" cy="514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AWS integrations</a:t>
          </a:r>
        </a:p>
      </dsp:txBody>
      <dsp:txXfrm>
        <a:off x="1472381" y="4228753"/>
        <a:ext cx="1286718" cy="51468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4103A2-9B24-4948-A363-9F6A8C539888}">
      <dsp:nvSpPr>
        <dsp:cNvPr id="0" name=""/>
        <dsp:cNvSpPr/>
      </dsp:nvSpPr>
      <dsp:spPr>
        <a:xfrm>
          <a:off x="0" y="0"/>
          <a:ext cx="423148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8F2150-5033-46F5-AF40-EA762C90C11A}">
      <dsp:nvSpPr>
        <dsp:cNvPr id="0" name=""/>
        <dsp:cNvSpPr/>
      </dsp:nvSpPr>
      <dsp:spPr>
        <a:xfrm>
          <a:off x="0" y="0"/>
          <a:ext cx="4231481" cy="2460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Elastic Beanstalk is free.</a:t>
          </a:r>
        </a:p>
      </dsp:txBody>
      <dsp:txXfrm>
        <a:off x="0" y="0"/>
        <a:ext cx="4231481" cy="2460625"/>
      </dsp:txXfrm>
    </dsp:sp>
    <dsp:sp modelId="{00494250-B378-4735-81A8-CF1956E970F0}">
      <dsp:nvSpPr>
        <dsp:cNvPr id="0" name=""/>
        <dsp:cNvSpPr/>
      </dsp:nvSpPr>
      <dsp:spPr>
        <a:xfrm>
          <a:off x="0" y="2460625"/>
          <a:ext cx="4231481" cy="0"/>
        </a:xfrm>
        <a:prstGeom prst="line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accent2">
              <a:hueOff val="-1323373"/>
              <a:satOff val="1492"/>
              <a:lumOff val="35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E3DCE9-1625-4E1B-9E18-293966631B76}">
      <dsp:nvSpPr>
        <dsp:cNvPr id="0" name=""/>
        <dsp:cNvSpPr/>
      </dsp:nvSpPr>
      <dsp:spPr>
        <a:xfrm>
          <a:off x="0" y="2460625"/>
          <a:ext cx="4231481" cy="2460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You only pay for underlying AWS resources (EC2, S3, RDS, etc.)</a:t>
          </a:r>
        </a:p>
      </dsp:txBody>
      <dsp:txXfrm>
        <a:off x="0" y="2460625"/>
        <a:ext cx="4231481" cy="246062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576560-271D-48D2-8CE8-CFD2AFEA10C7}">
      <dsp:nvSpPr>
        <dsp:cNvPr id="0" name=""/>
        <dsp:cNvSpPr/>
      </dsp:nvSpPr>
      <dsp:spPr>
        <a:xfrm>
          <a:off x="0" y="44037"/>
          <a:ext cx="4231481" cy="9090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EB = PaaS</a:t>
          </a:r>
        </a:p>
      </dsp:txBody>
      <dsp:txXfrm>
        <a:off x="44375" y="88412"/>
        <a:ext cx="4142731" cy="820285"/>
      </dsp:txXfrm>
    </dsp:sp>
    <dsp:sp modelId="{15140F74-9ED0-4096-BE6E-4D942FC43770}">
      <dsp:nvSpPr>
        <dsp:cNvPr id="0" name=""/>
        <dsp:cNvSpPr/>
      </dsp:nvSpPr>
      <dsp:spPr>
        <a:xfrm>
          <a:off x="0" y="1025072"/>
          <a:ext cx="4231481" cy="909035"/>
        </a:xfrm>
        <a:prstGeom prst="roundRect">
          <a:avLst/>
        </a:prstGeom>
        <a:solidFill>
          <a:schemeClr val="accent2">
            <a:hueOff val="-330843"/>
            <a:satOff val="373"/>
            <a:lumOff val="88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EC2 = IaaS</a:t>
          </a:r>
        </a:p>
      </dsp:txBody>
      <dsp:txXfrm>
        <a:off x="44375" y="1069447"/>
        <a:ext cx="4142731" cy="820285"/>
      </dsp:txXfrm>
    </dsp:sp>
    <dsp:sp modelId="{7FD9C712-A538-4115-A826-F549AA5425F7}">
      <dsp:nvSpPr>
        <dsp:cNvPr id="0" name=""/>
        <dsp:cNvSpPr/>
      </dsp:nvSpPr>
      <dsp:spPr>
        <a:xfrm>
          <a:off x="0" y="2006107"/>
          <a:ext cx="4231481" cy="909035"/>
        </a:xfrm>
        <a:prstGeom prst="roundRect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ECS = CaaS</a:t>
          </a:r>
        </a:p>
      </dsp:txBody>
      <dsp:txXfrm>
        <a:off x="44375" y="2050482"/>
        <a:ext cx="4142731" cy="820285"/>
      </dsp:txXfrm>
    </dsp:sp>
    <dsp:sp modelId="{C593A9AF-B0D7-4BFD-AA52-8C9F23A097F2}">
      <dsp:nvSpPr>
        <dsp:cNvPr id="0" name=""/>
        <dsp:cNvSpPr/>
      </dsp:nvSpPr>
      <dsp:spPr>
        <a:xfrm>
          <a:off x="0" y="2987142"/>
          <a:ext cx="4231481" cy="909035"/>
        </a:xfrm>
        <a:prstGeom prst="roundRect">
          <a:avLst/>
        </a:prstGeom>
        <a:solidFill>
          <a:schemeClr val="accent2">
            <a:hueOff val="-992530"/>
            <a:satOff val="1119"/>
            <a:lumOff val="264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Lambda = FaaS</a:t>
          </a:r>
        </a:p>
      </dsp:txBody>
      <dsp:txXfrm>
        <a:off x="44375" y="3031517"/>
        <a:ext cx="4142731" cy="820285"/>
      </dsp:txXfrm>
    </dsp:sp>
    <dsp:sp modelId="{C8952E33-7578-45E5-B282-B5663E5A8C2E}">
      <dsp:nvSpPr>
        <dsp:cNvPr id="0" name=""/>
        <dsp:cNvSpPr/>
      </dsp:nvSpPr>
      <dsp:spPr>
        <a:xfrm>
          <a:off x="0" y="3968177"/>
          <a:ext cx="4231481" cy="909035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EB automates infra, others give more control</a:t>
          </a:r>
        </a:p>
      </dsp:txBody>
      <dsp:txXfrm>
        <a:off x="44375" y="4012552"/>
        <a:ext cx="4142731" cy="82028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4F17E4-ABAB-4840-8577-9883A59587F8}">
      <dsp:nvSpPr>
        <dsp:cNvPr id="0" name=""/>
        <dsp:cNvSpPr/>
      </dsp:nvSpPr>
      <dsp:spPr>
        <a:xfrm>
          <a:off x="441424" y="5340"/>
          <a:ext cx="1144350" cy="114435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74C1EC-1515-4ADD-8109-7E29A2A3BE9E}">
      <dsp:nvSpPr>
        <dsp:cNvPr id="0" name=""/>
        <dsp:cNvSpPr/>
      </dsp:nvSpPr>
      <dsp:spPr>
        <a:xfrm>
          <a:off x="685302" y="249217"/>
          <a:ext cx="656594" cy="6565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D74C5F-6E4A-45E5-9EC9-E4423762525D}">
      <dsp:nvSpPr>
        <dsp:cNvPr id="0" name=""/>
        <dsp:cNvSpPr/>
      </dsp:nvSpPr>
      <dsp:spPr>
        <a:xfrm>
          <a:off x="75608" y="1506127"/>
          <a:ext cx="18759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- Fast deployment</a:t>
          </a:r>
        </a:p>
      </dsp:txBody>
      <dsp:txXfrm>
        <a:off x="75608" y="1506127"/>
        <a:ext cx="1875983" cy="720000"/>
      </dsp:txXfrm>
    </dsp:sp>
    <dsp:sp modelId="{E27BE666-E0CC-4ABB-9215-03490004760F}">
      <dsp:nvSpPr>
        <dsp:cNvPr id="0" name=""/>
        <dsp:cNvSpPr/>
      </dsp:nvSpPr>
      <dsp:spPr>
        <a:xfrm>
          <a:off x="2645705" y="5340"/>
          <a:ext cx="1144350" cy="114435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E8CAFE-3422-44F4-BFE3-FC88FC37119B}">
      <dsp:nvSpPr>
        <dsp:cNvPr id="0" name=""/>
        <dsp:cNvSpPr/>
      </dsp:nvSpPr>
      <dsp:spPr>
        <a:xfrm>
          <a:off x="2889583" y="249217"/>
          <a:ext cx="656594" cy="6565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81CCBC-74C0-4340-A224-3E60436A7046}">
      <dsp:nvSpPr>
        <dsp:cNvPr id="0" name=""/>
        <dsp:cNvSpPr/>
      </dsp:nvSpPr>
      <dsp:spPr>
        <a:xfrm>
          <a:off x="2279889" y="1506127"/>
          <a:ext cx="18759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- Developer-friendly</a:t>
          </a:r>
        </a:p>
      </dsp:txBody>
      <dsp:txXfrm>
        <a:off x="2279889" y="1506127"/>
        <a:ext cx="1875983" cy="720000"/>
      </dsp:txXfrm>
    </dsp:sp>
    <dsp:sp modelId="{EB979579-B052-4386-BA1E-4CC8EA17E0E9}">
      <dsp:nvSpPr>
        <dsp:cNvPr id="0" name=""/>
        <dsp:cNvSpPr/>
      </dsp:nvSpPr>
      <dsp:spPr>
        <a:xfrm>
          <a:off x="441424" y="2695122"/>
          <a:ext cx="1144350" cy="114435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55B646-16C5-45F5-871D-6A5D9E323148}">
      <dsp:nvSpPr>
        <dsp:cNvPr id="0" name=""/>
        <dsp:cNvSpPr/>
      </dsp:nvSpPr>
      <dsp:spPr>
        <a:xfrm>
          <a:off x="685302" y="2939000"/>
          <a:ext cx="656594" cy="65659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39A844-2843-4F17-8DE1-939A73B597B1}">
      <dsp:nvSpPr>
        <dsp:cNvPr id="0" name=""/>
        <dsp:cNvSpPr/>
      </dsp:nvSpPr>
      <dsp:spPr>
        <a:xfrm>
          <a:off x="75608" y="4195909"/>
          <a:ext cx="18759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- Optional deep control</a:t>
          </a:r>
        </a:p>
      </dsp:txBody>
      <dsp:txXfrm>
        <a:off x="75608" y="4195909"/>
        <a:ext cx="1875983" cy="720000"/>
      </dsp:txXfrm>
    </dsp:sp>
    <dsp:sp modelId="{6CC3490E-B4B5-4391-BDBC-12520708F249}">
      <dsp:nvSpPr>
        <dsp:cNvPr id="0" name=""/>
        <dsp:cNvSpPr/>
      </dsp:nvSpPr>
      <dsp:spPr>
        <a:xfrm>
          <a:off x="2645705" y="2695122"/>
          <a:ext cx="1144350" cy="114435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0C24C5-32DB-49A6-A973-F7B3E514F4AB}">
      <dsp:nvSpPr>
        <dsp:cNvPr id="0" name=""/>
        <dsp:cNvSpPr/>
      </dsp:nvSpPr>
      <dsp:spPr>
        <a:xfrm>
          <a:off x="2889583" y="2939000"/>
          <a:ext cx="656594" cy="65659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DCBCCE-A5D7-4E01-9240-465305B9BD12}">
      <dsp:nvSpPr>
        <dsp:cNvPr id="0" name=""/>
        <dsp:cNvSpPr/>
      </dsp:nvSpPr>
      <dsp:spPr>
        <a:xfrm>
          <a:off x="2279889" y="4195909"/>
          <a:ext cx="18759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- Great for small/medium apps</a:t>
          </a:r>
        </a:p>
      </dsp:txBody>
      <dsp:txXfrm>
        <a:off x="2279889" y="4195909"/>
        <a:ext cx="1875983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BFEFD7-088F-49A2-9B59-55AB8B4A5339}">
      <dsp:nvSpPr>
        <dsp:cNvPr id="0" name=""/>
        <dsp:cNvSpPr/>
      </dsp:nvSpPr>
      <dsp:spPr>
        <a:xfrm>
          <a:off x="591503" y="366659"/>
          <a:ext cx="844192" cy="8441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21E783-8C41-4214-827A-B525DF3C91BB}">
      <dsp:nvSpPr>
        <dsp:cNvPr id="0" name=""/>
        <dsp:cNvSpPr/>
      </dsp:nvSpPr>
      <dsp:spPr>
        <a:xfrm>
          <a:off x="75608" y="1506127"/>
          <a:ext cx="18759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Startups web apps</a:t>
          </a:r>
        </a:p>
      </dsp:txBody>
      <dsp:txXfrm>
        <a:off x="75608" y="1506127"/>
        <a:ext cx="1875983" cy="720000"/>
      </dsp:txXfrm>
    </dsp:sp>
    <dsp:sp modelId="{E1CF11E0-CD6A-4ADB-A81F-B29526E09BBC}">
      <dsp:nvSpPr>
        <dsp:cNvPr id="0" name=""/>
        <dsp:cNvSpPr/>
      </dsp:nvSpPr>
      <dsp:spPr>
        <a:xfrm>
          <a:off x="2795784" y="366659"/>
          <a:ext cx="844192" cy="8441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A697D4-C5A6-476F-9AE0-5CEF04BEA605}">
      <dsp:nvSpPr>
        <dsp:cNvPr id="0" name=""/>
        <dsp:cNvSpPr/>
      </dsp:nvSpPr>
      <dsp:spPr>
        <a:xfrm>
          <a:off x="2279889" y="1506127"/>
          <a:ext cx="18759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Developer teams</a:t>
          </a:r>
        </a:p>
      </dsp:txBody>
      <dsp:txXfrm>
        <a:off x="2279889" y="1506127"/>
        <a:ext cx="1875983" cy="720000"/>
      </dsp:txXfrm>
    </dsp:sp>
    <dsp:sp modelId="{E2A36FC6-6A53-44C5-A649-533EDC48D77D}">
      <dsp:nvSpPr>
        <dsp:cNvPr id="0" name=""/>
        <dsp:cNvSpPr/>
      </dsp:nvSpPr>
      <dsp:spPr>
        <a:xfrm>
          <a:off x="591503" y="2695122"/>
          <a:ext cx="844192" cy="8441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E11062-2C3E-44EC-A62A-A794AC7CCA87}">
      <dsp:nvSpPr>
        <dsp:cNvPr id="0" name=""/>
        <dsp:cNvSpPr/>
      </dsp:nvSpPr>
      <dsp:spPr>
        <a:xfrm>
          <a:off x="75608" y="3834590"/>
          <a:ext cx="18759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Educational projects</a:t>
          </a:r>
        </a:p>
      </dsp:txBody>
      <dsp:txXfrm>
        <a:off x="75608" y="3834590"/>
        <a:ext cx="1875983" cy="720000"/>
      </dsp:txXfrm>
    </dsp:sp>
    <dsp:sp modelId="{3AD189B0-28DE-4C6C-99C0-502D81A1BF21}">
      <dsp:nvSpPr>
        <dsp:cNvPr id="0" name=""/>
        <dsp:cNvSpPr/>
      </dsp:nvSpPr>
      <dsp:spPr>
        <a:xfrm>
          <a:off x="2795784" y="2695122"/>
          <a:ext cx="844192" cy="84419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4A960E-F24C-4A62-9168-45806C70B430}">
      <dsp:nvSpPr>
        <dsp:cNvPr id="0" name=""/>
        <dsp:cNvSpPr/>
      </dsp:nvSpPr>
      <dsp:spPr>
        <a:xfrm>
          <a:off x="2279889" y="3834590"/>
          <a:ext cx="18759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Internal enterprise apps</a:t>
          </a:r>
        </a:p>
      </dsp:txBody>
      <dsp:txXfrm>
        <a:off x="2279889" y="3834590"/>
        <a:ext cx="1875983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DA1451-C4ED-43D7-BE91-9837FFB44461}">
      <dsp:nvSpPr>
        <dsp:cNvPr id="0" name=""/>
        <dsp:cNvSpPr/>
      </dsp:nvSpPr>
      <dsp:spPr>
        <a:xfrm>
          <a:off x="0" y="600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412EFA-4864-4DCD-940D-4BB995EC9683}">
      <dsp:nvSpPr>
        <dsp:cNvPr id="0" name=""/>
        <dsp:cNvSpPr/>
      </dsp:nvSpPr>
      <dsp:spPr>
        <a:xfrm>
          <a:off x="425232" y="316889"/>
          <a:ext cx="773150" cy="7731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A4F929-09DA-4DEC-B48D-8A370F453881}">
      <dsp:nvSpPr>
        <dsp:cNvPr id="0" name=""/>
        <dsp:cNvSpPr/>
      </dsp:nvSpPr>
      <dsp:spPr>
        <a:xfrm>
          <a:off x="1623616" y="600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Not ideal for complex microservices</a:t>
          </a:r>
        </a:p>
      </dsp:txBody>
      <dsp:txXfrm>
        <a:off x="1623616" y="600"/>
        <a:ext cx="2607864" cy="1405728"/>
      </dsp:txXfrm>
    </dsp:sp>
    <dsp:sp modelId="{F72DEFA5-BAD3-4C7C-BB65-BC2BF5DEDA09}">
      <dsp:nvSpPr>
        <dsp:cNvPr id="0" name=""/>
        <dsp:cNvSpPr/>
      </dsp:nvSpPr>
      <dsp:spPr>
        <a:xfrm>
          <a:off x="0" y="1757760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0A4F25-413C-454B-ABF3-2CA5E6C3FCAB}">
      <dsp:nvSpPr>
        <dsp:cNvPr id="0" name=""/>
        <dsp:cNvSpPr/>
      </dsp:nvSpPr>
      <dsp:spPr>
        <a:xfrm>
          <a:off x="425232" y="2074049"/>
          <a:ext cx="773150" cy="7731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E7E76D-E18F-4C99-905D-730AD6D2F5E5}">
      <dsp:nvSpPr>
        <dsp:cNvPr id="0" name=""/>
        <dsp:cNvSpPr/>
      </dsp:nvSpPr>
      <dsp:spPr>
        <a:xfrm>
          <a:off x="1623616" y="1757760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Limited deep infra control</a:t>
          </a:r>
        </a:p>
      </dsp:txBody>
      <dsp:txXfrm>
        <a:off x="1623616" y="1757760"/>
        <a:ext cx="2607864" cy="1405728"/>
      </dsp:txXfrm>
    </dsp:sp>
    <dsp:sp modelId="{AB34E656-59FB-454F-9935-30D1C6814A73}">
      <dsp:nvSpPr>
        <dsp:cNvPr id="0" name=""/>
        <dsp:cNvSpPr/>
      </dsp:nvSpPr>
      <dsp:spPr>
        <a:xfrm>
          <a:off x="0" y="3514921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91E967-52E1-433A-B5BF-F0629F644F68}">
      <dsp:nvSpPr>
        <dsp:cNvPr id="0" name=""/>
        <dsp:cNvSpPr/>
      </dsp:nvSpPr>
      <dsp:spPr>
        <a:xfrm>
          <a:off x="425232" y="3831209"/>
          <a:ext cx="773150" cy="7731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34193B-4B5D-401C-89A5-38D7F7F30430}">
      <dsp:nvSpPr>
        <dsp:cNvPr id="0" name=""/>
        <dsp:cNvSpPr/>
      </dsp:nvSpPr>
      <dsp:spPr>
        <a:xfrm>
          <a:off x="1623616" y="3514921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Slower deployments vs CI/CD tools</a:t>
          </a:r>
        </a:p>
      </dsp:txBody>
      <dsp:txXfrm>
        <a:off x="1623616" y="3514921"/>
        <a:ext cx="2607864" cy="14057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2025-11-19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305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815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5277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28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009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73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850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812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7118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215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8598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2025-11-19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8878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CA73784B-AC76-4BAD-93AF-C72D0EDFD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544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603" y="640080"/>
            <a:ext cx="2533575" cy="3034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38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AWS Elastic Beanstalk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604" y="3849539"/>
            <a:ext cx="2533574" cy="236740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A managed platform for deploying, managing, and scaling applications.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11DCF04-0C7C-44FC-8246-FC8D736B1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523" y="3765314"/>
            <a:ext cx="24003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Offshore production platform">
            <a:extLst>
              <a:ext uri="{FF2B5EF4-FFF2-40B4-BE49-F238E27FC236}">
                <a16:creationId xmlns:a16="http://schemas.microsoft.com/office/drawing/2014/main" id="{7A391B79-3A1D-0ED6-51FD-2F06DC7761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690" b="-1"/>
          <a:stretch>
            <a:fillRect/>
          </a:stretch>
        </p:blipFill>
        <p:spPr>
          <a:xfrm>
            <a:off x="3491238" y="1489226"/>
            <a:ext cx="5172702" cy="3880523"/>
          </a:xfrm>
          <a:prstGeom prst="rect">
            <a:avLst/>
          </a:prstGeom>
        </p:spPr>
      </p:pic>
      <p:pic>
        <p:nvPicPr>
          <p:cNvPr id="1028" name="Picture 4" descr="What Is AWS And Who Can Use It? | Rare Crew">
            <a:extLst>
              <a:ext uri="{FF2B5EF4-FFF2-40B4-BE49-F238E27FC236}">
                <a16:creationId xmlns:a16="http://schemas.microsoft.com/office/drawing/2014/main" id="{2CED0346-0D18-3C97-FDCF-189C0BBAC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1178" y="1471100"/>
            <a:ext cx="5836407" cy="3890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Challenges Before Elastic Beanstalk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0EDAB68-6BD9-DD85-9F73-7573BA40D8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4362826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Elastic Beanstalk’s Approach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29867B5-143E-05F3-8506-88C3FAD06E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2571401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Architecture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0C331CB-7DB1-0502-5788-9ACDB6CCB2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3274579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Supported Platforms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t>Java, Python, Node.js, PHP, Ruby, Go, .NET, Docker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Key Features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07A6C3E-ED3D-3E12-E1AF-76882E2EAE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6096579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Pricing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D0F7FDD0-4823-768E-274E-CAE382D8A3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8857982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EB vs Other AWS Services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D28870A0-43C5-02E7-CD66-BA0650D858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5140131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Why Choose Elastic Beanstalk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990D60B1-F41E-05B9-4717-2B86761BFD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7632557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Use Cases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6B0B7EA-224E-F2EF-00A6-8D16A63300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4720873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Limitations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9DE204F-7657-567C-B9C0-CB77D1DB71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7458939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16</TotalTime>
  <Words>224</Words>
  <Application>Microsoft Office PowerPoint</Application>
  <PresentationFormat>On-screen Show (4:3)</PresentationFormat>
  <Paragraphs>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Tw Cen MT</vt:lpstr>
      <vt:lpstr>Tw Cen MT Condensed</vt:lpstr>
      <vt:lpstr>Wingdings 3</vt:lpstr>
      <vt:lpstr>Integral</vt:lpstr>
      <vt:lpstr>AWS Elastic Beanstalk</vt:lpstr>
      <vt:lpstr>Challenges Before Elastic Beanstalk</vt:lpstr>
      <vt:lpstr>Elastic Beanstalk’s Approach</vt:lpstr>
      <vt:lpstr>Architecture Overview</vt:lpstr>
      <vt:lpstr>Supported Platforms</vt:lpstr>
      <vt:lpstr>Key Features</vt:lpstr>
      <vt:lpstr>Pricing</vt:lpstr>
      <vt:lpstr>EB vs Other AWS Services</vt:lpstr>
      <vt:lpstr>Why Choose Elastic Beanstalk</vt:lpstr>
      <vt:lpstr>Use Cases</vt:lpstr>
      <vt:lpstr>Limitations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Elastic Beanstalk</dc:title>
  <dc:subject/>
  <dc:creator/>
  <cp:keywords/>
  <dc:description>generated using python-pptx</dc:description>
  <cp:lastModifiedBy>Maryam Tarek</cp:lastModifiedBy>
  <cp:revision>2</cp:revision>
  <dcterms:created xsi:type="dcterms:W3CDTF">2013-01-27T09:14:16Z</dcterms:created>
  <dcterms:modified xsi:type="dcterms:W3CDTF">2025-11-19T06:04:52Z</dcterms:modified>
  <cp:category/>
</cp:coreProperties>
</file>